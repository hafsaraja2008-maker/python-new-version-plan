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.xml" ContentType="application/vnd.openxmlformats-officedocument.presentationml.tag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660"/>
  </p:normalViewPr>
  <p:slideViewPr>
    <p:cSldViewPr snapToGrid="0">
      <p:cViewPr>
        <p:scale>
          <a:sx n="66" d="100"/>
          <a:sy n="66" d="100"/>
        </p:scale>
        <p:origin x="2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9AA17A-EE6F-4DA9-8C19-61A96DEECABE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266531-FDFF-42D7-8D24-1440B7DB2566}">
      <dgm:prSet phldrT="[Text]"/>
      <dgm:spPr/>
      <dgm:t>
        <a:bodyPr/>
        <a:lstStyle/>
        <a:p>
          <a:r>
            <a:rPr lang="en-US" dirty="0" smtClean="0"/>
            <a:t>THEN WE SEE WHICH PARTS PERFECTLY FIT</a:t>
          </a:r>
          <a:endParaRPr lang="en-US" dirty="0"/>
        </a:p>
      </dgm:t>
    </dgm:pt>
    <dgm:pt modelId="{7F83FF58-AD6B-45F6-A9BA-347DECAED8F3}" type="parTrans" cxnId="{15FE2903-35CE-48E1-AB9B-C3AAA3C91A93}">
      <dgm:prSet/>
      <dgm:spPr/>
      <dgm:t>
        <a:bodyPr/>
        <a:lstStyle/>
        <a:p>
          <a:endParaRPr lang="en-US"/>
        </a:p>
      </dgm:t>
    </dgm:pt>
    <dgm:pt modelId="{77E6C844-81FE-4594-B235-9444B04F830D}" type="sibTrans" cxnId="{15FE2903-35CE-48E1-AB9B-C3AAA3C91A93}">
      <dgm:prSet/>
      <dgm:spPr/>
      <dgm:t>
        <a:bodyPr/>
        <a:lstStyle/>
        <a:p>
          <a:r>
            <a:rPr lang="en-US" dirty="0" smtClean="0"/>
            <a:t>AT FIRST USE IT WITH OLD VERSION OF PYTHON</a:t>
          </a:r>
          <a:endParaRPr lang="en-US" dirty="0"/>
        </a:p>
      </dgm:t>
    </dgm:pt>
    <dgm:pt modelId="{7B25A354-4738-4FE7-9C0D-018C189E59E4}">
      <dgm:prSet phldrT="[Text]" phldr="1"/>
      <dgm:spPr/>
      <dgm:t>
        <a:bodyPr/>
        <a:lstStyle/>
        <a:p>
          <a:endParaRPr lang="en-US" dirty="0"/>
        </a:p>
      </dgm:t>
    </dgm:pt>
    <dgm:pt modelId="{A7766C53-D5D1-4B7F-9809-FB0ABEEC3916}" type="parTrans" cxnId="{1B43353C-526C-41C2-907E-2DD378537AA0}">
      <dgm:prSet/>
      <dgm:spPr/>
      <dgm:t>
        <a:bodyPr/>
        <a:lstStyle/>
        <a:p>
          <a:endParaRPr lang="en-US"/>
        </a:p>
      </dgm:t>
    </dgm:pt>
    <dgm:pt modelId="{63A91368-38EB-4196-9D7F-7A90B23099B6}" type="sibTrans" cxnId="{1B43353C-526C-41C2-907E-2DD378537AA0}">
      <dgm:prSet/>
      <dgm:spPr/>
      <dgm:t>
        <a:bodyPr/>
        <a:lstStyle/>
        <a:p>
          <a:endParaRPr lang="en-US"/>
        </a:p>
      </dgm:t>
    </dgm:pt>
    <dgm:pt modelId="{72D63AB5-70D6-4EC4-B5DB-175F672455D3}">
      <dgm:prSet phldrT="[Text]"/>
      <dgm:spPr/>
      <dgm:t>
        <a:bodyPr/>
        <a:lstStyle/>
        <a:p>
          <a:r>
            <a:rPr lang="en-US" dirty="0" smtClean="0"/>
            <a:t>MODULES OF JAVA</a:t>
          </a:r>
          <a:endParaRPr lang="en-US" dirty="0"/>
        </a:p>
      </dgm:t>
    </dgm:pt>
    <dgm:pt modelId="{32D08888-95A7-4047-8050-61352358F2BD}" type="parTrans" cxnId="{78AA1897-5990-4881-9D7F-0C775F8B0B45}">
      <dgm:prSet/>
      <dgm:spPr/>
      <dgm:t>
        <a:bodyPr/>
        <a:lstStyle/>
        <a:p>
          <a:endParaRPr lang="en-US"/>
        </a:p>
      </dgm:t>
    </dgm:pt>
    <dgm:pt modelId="{0DCBF3A3-1318-4C4F-B897-E51B6A60C469}" type="sibTrans" cxnId="{78AA1897-5990-4881-9D7F-0C775F8B0B45}">
      <dgm:prSet/>
      <dgm:spPr/>
      <dgm:t>
        <a:bodyPr/>
        <a:lstStyle/>
        <a:p>
          <a:r>
            <a:rPr lang="en-US" dirty="0" smtClean="0"/>
            <a:t>THEN MATCH IT WITH C++ FOR USE</a:t>
          </a:r>
          <a:endParaRPr lang="en-US" dirty="0"/>
        </a:p>
      </dgm:t>
    </dgm:pt>
    <dgm:pt modelId="{B2978912-5B29-40A8-8E14-582EE880F0E1}">
      <dgm:prSet phldrT="[Text]"/>
      <dgm:spPr/>
      <dgm:t>
        <a:bodyPr/>
        <a:lstStyle/>
        <a:p>
          <a:endParaRPr lang="en-US" dirty="0"/>
        </a:p>
      </dgm:t>
    </dgm:pt>
    <dgm:pt modelId="{7C5176D6-242B-4464-8E53-1A7132F1276E}" type="parTrans" cxnId="{EB25F9BC-AB32-46C7-B111-9C7897490932}">
      <dgm:prSet/>
      <dgm:spPr/>
      <dgm:t>
        <a:bodyPr/>
        <a:lstStyle/>
        <a:p>
          <a:endParaRPr lang="en-US"/>
        </a:p>
      </dgm:t>
    </dgm:pt>
    <dgm:pt modelId="{352A589B-C838-40A1-8992-5CA0FADAD0C8}" type="sibTrans" cxnId="{EB25F9BC-AB32-46C7-B111-9C7897490932}">
      <dgm:prSet/>
      <dgm:spPr/>
      <dgm:t>
        <a:bodyPr/>
        <a:lstStyle/>
        <a:p>
          <a:endParaRPr lang="en-US"/>
        </a:p>
      </dgm:t>
    </dgm:pt>
    <dgm:pt modelId="{19CE1344-94CC-4862-BFC4-B27E51186EE3}">
      <dgm:prSet phldrT="[Text]"/>
      <dgm:spPr/>
      <dgm:t>
        <a:bodyPr/>
        <a:lstStyle/>
        <a:p>
          <a:r>
            <a:rPr lang="en-US" dirty="0" smtClean="0"/>
            <a:t>AT LAST WE TAKE JAVA THAT ONE MODULE WICH IS HIGLY SIMILAR TO PYTHON TO JOIN THEM</a:t>
          </a:r>
          <a:endParaRPr lang="en-US" dirty="0"/>
        </a:p>
      </dgm:t>
    </dgm:pt>
    <dgm:pt modelId="{90616E6A-AEFF-45A7-AB04-DFBEF1BD89FF}" type="parTrans" cxnId="{FB15FFE5-F184-4344-97CD-3C570255CD0E}">
      <dgm:prSet/>
      <dgm:spPr/>
      <dgm:t>
        <a:bodyPr/>
        <a:lstStyle/>
        <a:p>
          <a:endParaRPr lang="en-US"/>
        </a:p>
      </dgm:t>
    </dgm:pt>
    <dgm:pt modelId="{57BD510D-1DE8-47EF-A3F4-002A0618CAC3}" type="sibTrans" cxnId="{FB15FFE5-F184-4344-97CD-3C570255CD0E}">
      <dgm:prSet/>
      <dgm:spPr/>
      <dgm:t>
        <a:bodyPr/>
        <a:lstStyle/>
        <a:p>
          <a:r>
            <a:rPr lang="en-US" dirty="0" smtClean="0"/>
            <a:t>THEN WITH OTHER ONE TO SEE IF IT ACTUALLY WORKS</a:t>
          </a:r>
          <a:endParaRPr lang="en-US" dirty="0"/>
        </a:p>
      </dgm:t>
    </dgm:pt>
    <dgm:pt modelId="{979C77EF-FE16-40E7-AD8A-C0E47FC6C2FB}">
      <dgm:prSet phldrT="[Text]" phldr="1"/>
      <dgm:spPr/>
      <dgm:t>
        <a:bodyPr/>
        <a:lstStyle/>
        <a:p>
          <a:endParaRPr lang="en-US"/>
        </a:p>
      </dgm:t>
    </dgm:pt>
    <dgm:pt modelId="{0919D065-B54D-4376-B6F3-93B9C488AE17}" type="parTrans" cxnId="{556588B1-DE08-4DA9-8E39-7877C990CD06}">
      <dgm:prSet/>
      <dgm:spPr/>
      <dgm:t>
        <a:bodyPr/>
        <a:lstStyle/>
        <a:p>
          <a:endParaRPr lang="en-US"/>
        </a:p>
      </dgm:t>
    </dgm:pt>
    <dgm:pt modelId="{20053CBD-60B5-4E94-9965-69E1284D0216}" type="sibTrans" cxnId="{556588B1-DE08-4DA9-8E39-7877C990CD06}">
      <dgm:prSet/>
      <dgm:spPr/>
      <dgm:t>
        <a:bodyPr/>
        <a:lstStyle/>
        <a:p>
          <a:endParaRPr lang="en-US"/>
        </a:p>
      </dgm:t>
    </dgm:pt>
    <dgm:pt modelId="{2E7E4AFB-AA8B-47F6-9E2D-F05883C8F074}" type="pres">
      <dgm:prSet presAssocID="{1C9AA17A-EE6F-4DA9-8C19-61A96DEECABE}" presName="Name0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4FCC8C8C-516E-47F9-97D0-A106DCACCAE3}" type="pres">
      <dgm:prSet presAssocID="{13266531-FDFF-42D7-8D24-1440B7DB2566}" presName="composite" presStyleCnt="0"/>
      <dgm:spPr/>
    </dgm:pt>
    <dgm:pt modelId="{E7A860C5-ABDA-47AF-AF6D-F88426F5638B}" type="pres">
      <dgm:prSet presAssocID="{13266531-FDFF-42D7-8D24-1440B7DB2566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1797AAD-3447-4389-9BAD-2D260EEA48B0}" type="pres">
      <dgm:prSet presAssocID="{13266531-FDFF-42D7-8D24-1440B7DB2566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140D5C3-E4F5-480D-8F84-80161C1DC80D}" type="pres">
      <dgm:prSet presAssocID="{13266531-FDFF-42D7-8D24-1440B7DB2566}" presName="BalanceSpacing" presStyleCnt="0"/>
      <dgm:spPr/>
    </dgm:pt>
    <dgm:pt modelId="{B416338E-AA40-44A3-A17F-AB93EF0243AB}" type="pres">
      <dgm:prSet presAssocID="{13266531-FDFF-42D7-8D24-1440B7DB2566}" presName="BalanceSpacing1" presStyleCnt="0"/>
      <dgm:spPr/>
    </dgm:pt>
    <dgm:pt modelId="{7A0A310E-3622-43CB-8FCB-49920D8EEB91}" type="pres">
      <dgm:prSet presAssocID="{77E6C844-81FE-4594-B235-9444B04F830D}" presName="Accent1Text" presStyleLbl="node1" presStyleIdx="1" presStyleCnt="6"/>
      <dgm:spPr/>
      <dgm:t>
        <a:bodyPr/>
        <a:lstStyle/>
        <a:p>
          <a:endParaRPr lang="en-US"/>
        </a:p>
      </dgm:t>
    </dgm:pt>
    <dgm:pt modelId="{3E7FBCBD-E7D4-47DF-928E-36BEB7659B6F}" type="pres">
      <dgm:prSet presAssocID="{77E6C844-81FE-4594-B235-9444B04F830D}" presName="spaceBetweenRectangles" presStyleCnt="0"/>
      <dgm:spPr/>
    </dgm:pt>
    <dgm:pt modelId="{47F3680C-FD11-4A1E-96B9-9F8DAE63ABBD}" type="pres">
      <dgm:prSet presAssocID="{72D63AB5-70D6-4EC4-B5DB-175F672455D3}" presName="composite" presStyleCnt="0"/>
      <dgm:spPr/>
    </dgm:pt>
    <dgm:pt modelId="{28B8539A-2C78-4212-A25F-B5BACF464E36}" type="pres">
      <dgm:prSet presAssocID="{72D63AB5-70D6-4EC4-B5DB-175F672455D3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C184EB-A2A1-424A-846B-1513452BFECD}" type="pres">
      <dgm:prSet presAssocID="{72D63AB5-70D6-4EC4-B5DB-175F672455D3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6FA28A-21A0-4C6A-8B6A-A99DB6EB47A1}" type="pres">
      <dgm:prSet presAssocID="{72D63AB5-70D6-4EC4-B5DB-175F672455D3}" presName="BalanceSpacing" presStyleCnt="0"/>
      <dgm:spPr/>
    </dgm:pt>
    <dgm:pt modelId="{1E588E1B-BC9A-47D6-90C4-2A35B7FC6409}" type="pres">
      <dgm:prSet presAssocID="{72D63AB5-70D6-4EC4-B5DB-175F672455D3}" presName="BalanceSpacing1" presStyleCnt="0"/>
      <dgm:spPr/>
    </dgm:pt>
    <dgm:pt modelId="{6ADAC141-A07A-4FB4-8F65-F652525879E3}" type="pres">
      <dgm:prSet presAssocID="{0DCBF3A3-1318-4C4F-B897-E51B6A60C469}" presName="Accent1Text" presStyleLbl="node1" presStyleIdx="3" presStyleCnt="6"/>
      <dgm:spPr/>
      <dgm:t>
        <a:bodyPr/>
        <a:lstStyle/>
        <a:p>
          <a:endParaRPr lang="en-US"/>
        </a:p>
      </dgm:t>
    </dgm:pt>
    <dgm:pt modelId="{C4B64C50-687F-422F-91A4-25A4CBC1D4AA}" type="pres">
      <dgm:prSet presAssocID="{0DCBF3A3-1318-4C4F-B897-E51B6A60C469}" presName="spaceBetweenRectangles" presStyleCnt="0"/>
      <dgm:spPr/>
    </dgm:pt>
    <dgm:pt modelId="{3D22E086-27C7-4761-B079-BEAD64DCB5B4}" type="pres">
      <dgm:prSet presAssocID="{19CE1344-94CC-4862-BFC4-B27E51186EE3}" presName="composite" presStyleCnt="0"/>
      <dgm:spPr/>
    </dgm:pt>
    <dgm:pt modelId="{08A1DB51-3151-4D25-B6E9-5A1FCE6FD4A5}" type="pres">
      <dgm:prSet presAssocID="{19CE1344-94CC-4862-BFC4-B27E51186EE3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2229843-F28C-474C-A424-3A57C02A7565}" type="pres">
      <dgm:prSet presAssocID="{19CE1344-94CC-4862-BFC4-B27E51186EE3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91E13CA-4FD7-4C58-B66A-F21B4E3AEE2E}" type="pres">
      <dgm:prSet presAssocID="{19CE1344-94CC-4862-BFC4-B27E51186EE3}" presName="BalanceSpacing" presStyleCnt="0"/>
      <dgm:spPr/>
    </dgm:pt>
    <dgm:pt modelId="{26604F22-02E4-47BA-9949-B85BD36B3248}" type="pres">
      <dgm:prSet presAssocID="{19CE1344-94CC-4862-BFC4-B27E51186EE3}" presName="BalanceSpacing1" presStyleCnt="0"/>
      <dgm:spPr/>
    </dgm:pt>
    <dgm:pt modelId="{128BE8EC-F9A0-4B73-BCDD-54B587214D2A}" type="pres">
      <dgm:prSet presAssocID="{57BD510D-1DE8-47EF-A3F4-002A0618CAC3}" presName="Accent1Text" presStyleLbl="node1" presStyleIdx="5" presStyleCnt="6"/>
      <dgm:spPr/>
      <dgm:t>
        <a:bodyPr/>
        <a:lstStyle/>
        <a:p>
          <a:endParaRPr lang="en-US"/>
        </a:p>
      </dgm:t>
    </dgm:pt>
  </dgm:ptLst>
  <dgm:cxnLst>
    <dgm:cxn modelId="{899E97FF-627B-46BC-AEFE-2D0247027840}" type="presOf" srcId="{1C9AA17A-EE6F-4DA9-8C19-61A96DEECABE}" destId="{2E7E4AFB-AA8B-47F6-9E2D-F05883C8F074}" srcOrd="0" destOrd="0" presId="urn:microsoft.com/office/officeart/2008/layout/AlternatingHexagons"/>
    <dgm:cxn modelId="{1B43353C-526C-41C2-907E-2DD378537AA0}" srcId="{13266531-FDFF-42D7-8D24-1440B7DB2566}" destId="{7B25A354-4738-4FE7-9C0D-018C189E59E4}" srcOrd="0" destOrd="0" parTransId="{A7766C53-D5D1-4B7F-9809-FB0ABEEC3916}" sibTransId="{63A91368-38EB-4196-9D7F-7A90B23099B6}"/>
    <dgm:cxn modelId="{A8D7EBE7-AF2E-4847-B699-D409A0D8659F}" type="presOf" srcId="{0DCBF3A3-1318-4C4F-B897-E51B6A60C469}" destId="{6ADAC141-A07A-4FB4-8F65-F652525879E3}" srcOrd="0" destOrd="0" presId="urn:microsoft.com/office/officeart/2008/layout/AlternatingHexagons"/>
    <dgm:cxn modelId="{D62F9CD6-D0B1-4C4F-AC0A-A256B74DBC6C}" type="presOf" srcId="{13266531-FDFF-42D7-8D24-1440B7DB2566}" destId="{E7A860C5-ABDA-47AF-AF6D-F88426F5638B}" srcOrd="0" destOrd="0" presId="urn:microsoft.com/office/officeart/2008/layout/AlternatingHexagons"/>
    <dgm:cxn modelId="{556588B1-DE08-4DA9-8E39-7877C990CD06}" srcId="{19CE1344-94CC-4862-BFC4-B27E51186EE3}" destId="{979C77EF-FE16-40E7-AD8A-C0E47FC6C2FB}" srcOrd="0" destOrd="0" parTransId="{0919D065-B54D-4376-B6F3-93B9C488AE17}" sibTransId="{20053CBD-60B5-4E94-9965-69E1284D0216}"/>
    <dgm:cxn modelId="{18D05F55-6266-4F48-9C30-98CC36E9004A}" type="presOf" srcId="{979C77EF-FE16-40E7-AD8A-C0E47FC6C2FB}" destId="{A2229843-F28C-474C-A424-3A57C02A7565}" srcOrd="0" destOrd="0" presId="urn:microsoft.com/office/officeart/2008/layout/AlternatingHexagons"/>
    <dgm:cxn modelId="{244E725F-B2BE-4902-ADE3-33A4D7564AA1}" type="presOf" srcId="{77E6C844-81FE-4594-B235-9444B04F830D}" destId="{7A0A310E-3622-43CB-8FCB-49920D8EEB91}" srcOrd="0" destOrd="0" presId="urn:microsoft.com/office/officeart/2008/layout/AlternatingHexagons"/>
    <dgm:cxn modelId="{F91D9457-D1F9-4D3C-A754-FDF6A699044B}" type="presOf" srcId="{B2978912-5B29-40A8-8E14-582EE880F0E1}" destId="{44C184EB-A2A1-424A-846B-1513452BFECD}" srcOrd="0" destOrd="0" presId="urn:microsoft.com/office/officeart/2008/layout/AlternatingHexagons"/>
    <dgm:cxn modelId="{EB25F9BC-AB32-46C7-B111-9C7897490932}" srcId="{72D63AB5-70D6-4EC4-B5DB-175F672455D3}" destId="{B2978912-5B29-40A8-8E14-582EE880F0E1}" srcOrd="0" destOrd="0" parTransId="{7C5176D6-242B-4464-8E53-1A7132F1276E}" sibTransId="{352A589B-C838-40A1-8992-5CA0FADAD0C8}"/>
    <dgm:cxn modelId="{0534A9C2-1120-43F9-936C-E407D2B94241}" type="presOf" srcId="{57BD510D-1DE8-47EF-A3F4-002A0618CAC3}" destId="{128BE8EC-F9A0-4B73-BCDD-54B587214D2A}" srcOrd="0" destOrd="0" presId="urn:microsoft.com/office/officeart/2008/layout/AlternatingHexagons"/>
    <dgm:cxn modelId="{0FB347B0-987D-462E-90A4-C2AC5D97BF2B}" type="presOf" srcId="{72D63AB5-70D6-4EC4-B5DB-175F672455D3}" destId="{28B8539A-2C78-4212-A25F-B5BACF464E36}" srcOrd="0" destOrd="0" presId="urn:microsoft.com/office/officeart/2008/layout/AlternatingHexagons"/>
    <dgm:cxn modelId="{FB15FFE5-F184-4344-97CD-3C570255CD0E}" srcId="{1C9AA17A-EE6F-4DA9-8C19-61A96DEECABE}" destId="{19CE1344-94CC-4862-BFC4-B27E51186EE3}" srcOrd="2" destOrd="0" parTransId="{90616E6A-AEFF-45A7-AB04-DFBEF1BD89FF}" sibTransId="{57BD510D-1DE8-47EF-A3F4-002A0618CAC3}"/>
    <dgm:cxn modelId="{B3077DBA-B987-41F3-8B73-B064E350968E}" type="presOf" srcId="{7B25A354-4738-4FE7-9C0D-018C189E59E4}" destId="{B1797AAD-3447-4389-9BAD-2D260EEA48B0}" srcOrd="0" destOrd="0" presId="urn:microsoft.com/office/officeart/2008/layout/AlternatingHexagons"/>
    <dgm:cxn modelId="{78AA1897-5990-4881-9D7F-0C775F8B0B45}" srcId="{1C9AA17A-EE6F-4DA9-8C19-61A96DEECABE}" destId="{72D63AB5-70D6-4EC4-B5DB-175F672455D3}" srcOrd="1" destOrd="0" parTransId="{32D08888-95A7-4047-8050-61352358F2BD}" sibTransId="{0DCBF3A3-1318-4C4F-B897-E51B6A60C469}"/>
    <dgm:cxn modelId="{15FE2903-35CE-48E1-AB9B-C3AAA3C91A93}" srcId="{1C9AA17A-EE6F-4DA9-8C19-61A96DEECABE}" destId="{13266531-FDFF-42D7-8D24-1440B7DB2566}" srcOrd="0" destOrd="0" parTransId="{7F83FF58-AD6B-45F6-A9BA-347DECAED8F3}" sibTransId="{77E6C844-81FE-4594-B235-9444B04F830D}"/>
    <dgm:cxn modelId="{D3BA3565-931D-4178-939F-72F031324467}" type="presOf" srcId="{19CE1344-94CC-4862-BFC4-B27E51186EE3}" destId="{08A1DB51-3151-4D25-B6E9-5A1FCE6FD4A5}" srcOrd="0" destOrd="0" presId="urn:microsoft.com/office/officeart/2008/layout/AlternatingHexagons"/>
    <dgm:cxn modelId="{506734A1-D37B-4DC1-A9A8-5FEF1A6FAFFD}" type="presParOf" srcId="{2E7E4AFB-AA8B-47F6-9E2D-F05883C8F074}" destId="{4FCC8C8C-516E-47F9-97D0-A106DCACCAE3}" srcOrd="0" destOrd="0" presId="urn:microsoft.com/office/officeart/2008/layout/AlternatingHexagons"/>
    <dgm:cxn modelId="{48725D9F-53FB-408C-9037-F61DC2434774}" type="presParOf" srcId="{4FCC8C8C-516E-47F9-97D0-A106DCACCAE3}" destId="{E7A860C5-ABDA-47AF-AF6D-F88426F5638B}" srcOrd="0" destOrd="0" presId="urn:microsoft.com/office/officeart/2008/layout/AlternatingHexagons"/>
    <dgm:cxn modelId="{3DDEDFE7-FA23-4F04-98F8-B1552C1208AE}" type="presParOf" srcId="{4FCC8C8C-516E-47F9-97D0-A106DCACCAE3}" destId="{B1797AAD-3447-4389-9BAD-2D260EEA48B0}" srcOrd="1" destOrd="0" presId="urn:microsoft.com/office/officeart/2008/layout/AlternatingHexagons"/>
    <dgm:cxn modelId="{DE105E9E-7624-42E8-AACF-9E69D11C46C1}" type="presParOf" srcId="{4FCC8C8C-516E-47F9-97D0-A106DCACCAE3}" destId="{1140D5C3-E4F5-480D-8F84-80161C1DC80D}" srcOrd="2" destOrd="0" presId="urn:microsoft.com/office/officeart/2008/layout/AlternatingHexagons"/>
    <dgm:cxn modelId="{950E2C35-906D-4727-8FCF-02E3EDE98843}" type="presParOf" srcId="{4FCC8C8C-516E-47F9-97D0-A106DCACCAE3}" destId="{B416338E-AA40-44A3-A17F-AB93EF0243AB}" srcOrd="3" destOrd="0" presId="urn:microsoft.com/office/officeart/2008/layout/AlternatingHexagons"/>
    <dgm:cxn modelId="{3D86D513-2E07-460E-8847-11C0A1CC951D}" type="presParOf" srcId="{4FCC8C8C-516E-47F9-97D0-A106DCACCAE3}" destId="{7A0A310E-3622-43CB-8FCB-49920D8EEB91}" srcOrd="4" destOrd="0" presId="urn:microsoft.com/office/officeart/2008/layout/AlternatingHexagons"/>
    <dgm:cxn modelId="{9FD0EA87-9999-4EDC-94F0-6B9504860886}" type="presParOf" srcId="{2E7E4AFB-AA8B-47F6-9E2D-F05883C8F074}" destId="{3E7FBCBD-E7D4-47DF-928E-36BEB7659B6F}" srcOrd="1" destOrd="0" presId="urn:microsoft.com/office/officeart/2008/layout/AlternatingHexagons"/>
    <dgm:cxn modelId="{6B01E99F-FB63-4DC8-B6C7-540C23BD612B}" type="presParOf" srcId="{2E7E4AFB-AA8B-47F6-9E2D-F05883C8F074}" destId="{47F3680C-FD11-4A1E-96B9-9F8DAE63ABBD}" srcOrd="2" destOrd="0" presId="urn:microsoft.com/office/officeart/2008/layout/AlternatingHexagons"/>
    <dgm:cxn modelId="{7C14E0D5-B403-4D15-BFE4-32FE44DD6E9B}" type="presParOf" srcId="{47F3680C-FD11-4A1E-96B9-9F8DAE63ABBD}" destId="{28B8539A-2C78-4212-A25F-B5BACF464E36}" srcOrd="0" destOrd="0" presId="urn:microsoft.com/office/officeart/2008/layout/AlternatingHexagons"/>
    <dgm:cxn modelId="{35D21F74-BA9D-4925-AA63-1B14FFB231B8}" type="presParOf" srcId="{47F3680C-FD11-4A1E-96B9-9F8DAE63ABBD}" destId="{44C184EB-A2A1-424A-846B-1513452BFECD}" srcOrd="1" destOrd="0" presId="urn:microsoft.com/office/officeart/2008/layout/AlternatingHexagons"/>
    <dgm:cxn modelId="{91CC422F-D85C-4E58-AA53-58B86D811F0B}" type="presParOf" srcId="{47F3680C-FD11-4A1E-96B9-9F8DAE63ABBD}" destId="{2A6FA28A-21A0-4C6A-8B6A-A99DB6EB47A1}" srcOrd="2" destOrd="0" presId="urn:microsoft.com/office/officeart/2008/layout/AlternatingHexagons"/>
    <dgm:cxn modelId="{C3EEB6AA-C228-40F9-94D6-595CACCAAAD3}" type="presParOf" srcId="{47F3680C-FD11-4A1E-96B9-9F8DAE63ABBD}" destId="{1E588E1B-BC9A-47D6-90C4-2A35B7FC6409}" srcOrd="3" destOrd="0" presId="urn:microsoft.com/office/officeart/2008/layout/AlternatingHexagons"/>
    <dgm:cxn modelId="{047DB796-2BD8-47FB-A20E-2FAAB734D739}" type="presParOf" srcId="{47F3680C-FD11-4A1E-96B9-9F8DAE63ABBD}" destId="{6ADAC141-A07A-4FB4-8F65-F652525879E3}" srcOrd="4" destOrd="0" presId="urn:microsoft.com/office/officeart/2008/layout/AlternatingHexagons"/>
    <dgm:cxn modelId="{E84C5E80-8C64-447C-A3C2-0048A6C24832}" type="presParOf" srcId="{2E7E4AFB-AA8B-47F6-9E2D-F05883C8F074}" destId="{C4B64C50-687F-422F-91A4-25A4CBC1D4AA}" srcOrd="3" destOrd="0" presId="urn:microsoft.com/office/officeart/2008/layout/AlternatingHexagons"/>
    <dgm:cxn modelId="{2AA59ED7-584D-4AFD-A993-5A48AE9BB957}" type="presParOf" srcId="{2E7E4AFB-AA8B-47F6-9E2D-F05883C8F074}" destId="{3D22E086-27C7-4761-B079-BEAD64DCB5B4}" srcOrd="4" destOrd="0" presId="urn:microsoft.com/office/officeart/2008/layout/AlternatingHexagons"/>
    <dgm:cxn modelId="{ECE4039A-C81A-4422-897C-F226409EA531}" type="presParOf" srcId="{3D22E086-27C7-4761-B079-BEAD64DCB5B4}" destId="{08A1DB51-3151-4D25-B6E9-5A1FCE6FD4A5}" srcOrd="0" destOrd="0" presId="urn:microsoft.com/office/officeart/2008/layout/AlternatingHexagons"/>
    <dgm:cxn modelId="{DAC8D5B4-4D86-4D84-A6F1-B64FA1FFC761}" type="presParOf" srcId="{3D22E086-27C7-4761-B079-BEAD64DCB5B4}" destId="{A2229843-F28C-474C-A424-3A57C02A7565}" srcOrd="1" destOrd="0" presId="urn:microsoft.com/office/officeart/2008/layout/AlternatingHexagons"/>
    <dgm:cxn modelId="{9DAFD19A-49F5-4C49-952D-3D7E6059B50A}" type="presParOf" srcId="{3D22E086-27C7-4761-B079-BEAD64DCB5B4}" destId="{991E13CA-4FD7-4C58-B66A-F21B4E3AEE2E}" srcOrd="2" destOrd="0" presId="urn:microsoft.com/office/officeart/2008/layout/AlternatingHexagons"/>
    <dgm:cxn modelId="{7880D958-0584-40F2-85CE-2788B5EE206A}" type="presParOf" srcId="{3D22E086-27C7-4761-B079-BEAD64DCB5B4}" destId="{26604F22-02E4-47BA-9949-B85BD36B3248}" srcOrd="3" destOrd="0" presId="urn:microsoft.com/office/officeart/2008/layout/AlternatingHexagons"/>
    <dgm:cxn modelId="{7C9799C1-34F2-4D2D-88CF-2DD4113BFB29}" type="presParOf" srcId="{3D22E086-27C7-4761-B079-BEAD64DCB5B4}" destId="{128BE8EC-F9A0-4B73-BCDD-54B587214D2A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4E142B-1B51-4786-B8D1-727440EBC9FE}" type="doc">
      <dgm:prSet loTypeId="urn:microsoft.com/office/officeart/2005/8/layout/hProcess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43C8F9-4C4A-4908-BDE6-07601C53DEA4}">
      <dgm:prSet phldrT="[Text]" phldr="1"/>
      <dgm:spPr/>
      <dgm:t>
        <a:bodyPr/>
        <a:lstStyle/>
        <a:p>
          <a:endParaRPr lang="en-US" dirty="0"/>
        </a:p>
      </dgm:t>
    </dgm:pt>
    <dgm:pt modelId="{F94B9C3E-6CF7-4C4F-A5DE-6B686EE0A53E}" type="parTrans" cxnId="{AE299594-07D7-4C34-BBE3-F49036CC75D4}">
      <dgm:prSet/>
      <dgm:spPr/>
      <dgm:t>
        <a:bodyPr/>
        <a:lstStyle/>
        <a:p>
          <a:endParaRPr lang="en-US"/>
        </a:p>
      </dgm:t>
    </dgm:pt>
    <dgm:pt modelId="{1DA1F439-7BFC-488A-B6DB-2CFCF972653B}" type="sibTrans" cxnId="{AE299594-07D7-4C34-BBE3-F49036CC75D4}">
      <dgm:prSet/>
      <dgm:spPr/>
      <dgm:t>
        <a:bodyPr/>
        <a:lstStyle/>
        <a:p>
          <a:endParaRPr lang="en-US"/>
        </a:p>
      </dgm:t>
    </dgm:pt>
    <dgm:pt modelId="{EF82394B-71DC-4C5F-A1D3-C5B8EADAAEAB}">
      <dgm:prSet phldrT="[Text]"/>
      <dgm:spPr/>
      <dgm:t>
        <a:bodyPr/>
        <a:lstStyle/>
        <a:p>
          <a:r>
            <a:rPr lang="en-US" dirty="0" smtClean="0"/>
            <a:t>AT FIRST AT SAME AS JAVA WE DIVIDE INDO MODULES THEN MATCH IT WITH BOTH PYTHON AND JAVA</a:t>
          </a:r>
          <a:endParaRPr lang="en-US" dirty="0"/>
        </a:p>
      </dgm:t>
    </dgm:pt>
    <dgm:pt modelId="{DD6D4EAA-6BA7-4E35-A88C-D0AB018E70F8}" type="parTrans" cxnId="{391D1F59-6C64-438E-A717-92A5BBE8675A}">
      <dgm:prSet/>
      <dgm:spPr/>
      <dgm:t>
        <a:bodyPr/>
        <a:lstStyle/>
        <a:p>
          <a:endParaRPr lang="en-US"/>
        </a:p>
      </dgm:t>
    </dgm:pt>
    <dgm:pt modelId="{3AB85FA1-3581-4DD6-8FF0-717AC559315F}" type="sibTrans" cxnId="{391D1F59-6C64-438E-A717-92A5BBE8675A}">
      <dgm:prSet/>
      <dgm:spPr/>
      <dgm:t>
        <a:bodyPr/>
        <a:lstStyle/>
        <a:p>
          <a:endParaRPr lang="en-US"/>
        </a:p>
      </dgm:t>
    </dgm:pt>
    <dgm:pt modelId="{D830360F-E845-41A7-BA7E-F5DC76CAB524}">
      <dgm:prSet phldrT="[Text]"/>
      <dgm:spPr/>
      <dgm:t>
        <a:bodyPr/>
        <a:lstStyle/>
        <a:p>
          <a:endParaRPr lang="en-US" dirty="0"/>
        </a:p>
      </dgm:t>
    </dgm:pt>
    <dgm:pt modelId="{9639E017-A948-42D6-88C9-9A494DE6DF98}" type="parTrans" cxnId="{24AF2C0C-0344-4155-8D6F-6A8072A13999}">
      <dgm:prSet/>
      <dgm:spPr/>
      <dgm:t>
        <a:bodyPr/>
        <a:lstStyle/>
        <a:p>
          <a:endParaRPr lang="en-US"/>
        </a:p>
      </dgm:t>
    </dgm:pt>
    <dgm:pt modelId="{F2366B8E-AE30-4F49-8555-71A36353469D}" type="sibTrans" cxnId="{24AF2C0C-0344-4155-8D6F-6A8072A13999}">
      <dgm:prSet/>
      <dgm:spPr/>
      <dgm:t>
        <a:bodyPr/>
        <a:lstStyle/>
        <a:p>
          <a:endParaRPr lang="en-US"/>
        </a:p>
      </dgm:t>
    </dgm:pt>
    <dgm:pt modelId="{E6B07505-1814-4167-A04F-D95F9A9A7D51}">
      <dgm:prSet phldrT="[Text]"/>
      <dgm:spPr/>
      <dgm:t>
        <a:bodyPr/>
        <a:lstStyle/>
        <a:p>
          <a:r>
            <a:rPr lang="en-US" dirty="0" smtClean="0">
              <a:solidFill>
                <a:schemeClr val="bg1"/>
              </a:solidFill>
            </a:rPr>
            <a:t>AFTER THAT WE POINT TE SIMILARITY BETWEEN THE </a:t>
          </a:r>
          <a:r>
            <a:rPr lang="en-US" dirty="0" err="1" smtClean="0">
              <a:solidFill>
                <a:schemeClr val="bg1"/>
              </a:solidFill>
            </a:rPr>
            <a:t>THE</a:t>
          </a:r>
          <a:r>
            <a:rPr lang="en-US" dirty="0" smtClean="0">
              <a:solidFill>
                <a:schemeClr val="bg1"/>
              </a:solidFill>
            </a:rPr>
            <a:t> JAVA AND BASIC TO MEET THE REQUIREMENT</a:t>
          </a:r>
          <a:endParaRPr lang="en-US" dirty="0">
            <a:solidFill>
              <a:schemeClr val="bg1"/>
            </a:solidFill>
          </a:endParaRPr>
        </a:p>
      </dgm:t>
    </dgm:pt>
    <dgm:pt modelId="{9B46F50B-4D18-4E3D-B150-53844D7059AB}" type="parTrans" cxnId="{D788D437-368E-4B88-914D-942122C54D24}">
      <dgm:prSet/>
      <dgm:spPr/>
      <dgm:t>
        <a:bodyPr/>
        <a:lstStyle/>
        <a:p>
          <a:endParaRPr lang="en-US"/>
        </a:p>
      </dgm:t>
    </dgm:pt>
    <dgm:pt modelId="{ADA1E651-1EEB-4EEF-BFC1-14B106CE4B56}" type="sibTrans" cxnId="{D788D437-368E-4B88-914D-942122C54D24}">
      <dgm:prSet/>
      <dgm:spPr/>
      <dgm:t>
        <a:bodyPr/>
        <a:lstStyle/>
        <a:p>
          <a:endParaRPr lang="en-US"/>
        </a:p>
      </dgm:t>
    </dgm:pt>
    <dgm:pt modelId="{B500A56B-E00C-449D-8DDF-62BBCC869063}">
      <dgm:prSet phldrT="[Text]" phldr="1"/>
      <dgm:spPr/>
      <dgm:t>
        <a:bodyPr/>
        <a:lstStyle/>
        <a:p>
          <a:endParaRPr lang="en-US"/>
        </a:p>
      </dgm:t>
    </dgm:pt>
    <dgm:pt modelId="{33239B50-F886-480F-83E3-1B71C95918D3}" type="parTrans" cxnId="{ECBB7FC8-7311-4539-BD69-B6964C1B9576}">
      <dgm:prSet/>
      <dgm:spPr/>
      <dgm:t>
        <a:bodyPr/>
        <a:lstStyle/>
        <a:p>
          <a:endParaRPr lang="en-US"/>
        </a:p>
      </dgm:t>
    </dgm:pt>
    <dgm:pt modelId="{91511563-705A-4C0A-BB11-CAC5A70D4026}" type="sibTrans" cxnId="{ECBB7FC8-7311-4539-BD69-B6964C1B9576}">
      <dgm:prSet/>
      <dgm:spPr/>
      <dgm:t>
        <a:bodyPr/>
        <a:lstStyle/>
        <a:p>
          <a:endParaRPr lang="en-US"/>
        </a:p>
      </dgm:t>
    </dgm:pt>
    <dgm:pt modelId="{11CCE646-0851-4663-806C-6F8FF7937205}">
      <dgm:prSet phldrT="[Text]"/>
      <dgm:spPr/>
      <dgm:t>
        <a:bodyPr/>
        <a:lstStyle/>
        <a:p>
          <a:r>
            <a:rPr lang="en-US" dirty="0" smtClean="0"/>
            <a:t>THEN WE FIND EXACT SIMILAR POINT BETWEEN THREE OF THEM</a:t>
          </a:r>
          <a:endParaRPr lang="en-US" dirty="0"/>
        </a:p>
      </dgm:t>
    </dgm:pt>
    <dgm:pt modelId="{E1937833-16F9-451C-8F44-5B2BBFC21FA3}" type="parTrans" cxnId="{1F6A0F19-A0F1-419C-BFC9-8C4D12C44B49}">
      <dgm:prSet/>
      <dgm:spPr/>
      <dgm:t>
        <a:bodyPr/>
        <a:lstStyle/>
        <a:p>
          <a:endParaRPr lang="en-US"/>
        </a:p>
      </dgm:t>
    </dgm:pt>
    <dgm:pt modelId="{C5D5F7A8-5718-4D01-AAA2-5DE114517D53}" type="sibTrans" cxnId="{1F6A0F19-A0F1-419C-BFC9-8C4D12C44B49}">
      <dgm:prSet/>
      <dgm:spPr/>
      <dgm:t>
        <a:bodyPr/>
        <a:lstStyle/>
        <a:p>
          <a:endParaRPr lang="en-US"/>
        </a:p>
      </dgm:t>
    </dgm:pt>
    <dgm:pt modelId="{BDF3D83A-2350-4C58-B5AE-D79E0B2768F9}" type="pres">
      <dgm:prSet presAssocID="{8F4E142B-1B51-4786-B8D1-727440EBC9F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3AE51B0-02C4-44FA-A285-E1C668EC9BD5}" type="pres">
      <dgm:prSet presAssocID="{8C43C8F9-4C4A-4908-BDE6-07601C53DEA4}" presName="compositeNode" presStyleCnt="0">
        <dgm:presLayoutVars>
          <dgm:bulletEnabled val="1"/>
        </dgm:presLayoutVars>
      </dgm:prSet>
      <dgm:spPr/>
    </dgm:pt>
    <dgm:pt modelId="{776C6570-C25B-4CEE-9DA9-58C167662B5D}" type="pres">
      <dgm:prSet presAssocID="{8C43C8F9-4C4A-4908-BDE6-07601C53DEA4}" presName="bgRect" presStyleLbl="node1" presStyleIdx="0" presStyleCnt="3" custLinFactNeighborX="3290" custLinFactNeighborY="39484"/>
      <dgm:spPr/>
      <dgm:t>
        <a:bodyPr/>
        <a:lstStyle/>
        <a:p>
          <a:endParaRPr lang="en-US"/>
        </a:p>
      </dgm:t>
    </dgm:pt>
    <dgm:pt modelId="{09D8B535-F743-4DF5-B7B7-42087EA07EDE}" type="pres">
      <dgm:prSet presAssocID="{8C43C8F9-4C4A-4908-BDE6-07601C53DEA4}" presName="parentNode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B2D8D1-E3F8-4BFD-A375-E5435373CA71}" type="pres">
      <dgm:prSet presAssocID="{8C43C8F9-4C4A-4908-BDE6-07601C53DEA4}" presName="child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0CF905-4244-421B-B197-60C9E5ECEFE3}" type="pres">
      <dgm:prSet presAssocID="{1DA1F439-7BFC-488A-B6DB-2CFCF972653B}" presName="hSp" presStyleCnt="0"/>
      <dgm:spPr/>
    </dgm:pt>
    <dgm:pt modelId="{75C2EB0F-E167-43D2-B108-534FF443AA84}" type="pres">
      <dgm:prSet presAssocID="{1DA1F439-7BFC-488A-B6DB-2CFCF972653B}" presName="vProcSp" presStyleCnt="0"/>
      <dgm:spPr/>
    </dgm:pt>
    <dgm:pt modelId="{ACD02D9C-190A-41B8-8130-B7E96FE66115}" type="pres">
      <dgm:prSet presAssocID="{1DA1F439-7BFC-488A-B6DB-2CFCF972653B}" presName="vSp1" presStyleCnt="0"/>
      <dgm:spPr/>
    </dgm:pt>
    <dgm:pt modelId="{4E8EDF8A-1515-4795-B24A-80A4A62AF5A4}" type="pres">
      <dgm:prSet presAssocID="{1DA1F439-7BFC-488A-B6DB-2CFCF972653B}" presName="simulatedConn" presStyleLbl="solidFgAcc1" presStyleIdx="0" presStyleCnt="2"/>
      <dgm:spPr/>
    </dgm:pt>
    <dgm:pt modelId="{72147CDD-AAB8-477C-9BBC-F20EF188E389}" type="pres">
      <dgm:prSet presAssocID="{1DA1F439-7BFC-488A-B6DB-2CFCF972653B}" presName="vSp2" presStyleCnt="0"/>
      <dgm:spPr/>
    </dgm:pt>
    <dgm:pt modelId="{F6118B37-F8E0-4471-8850-99148F63D337}" type="pres">
      <dgm:prSet presAssocID="{1DA1F439-7BFC-488A-B6DB-2CFCF972653B}" presName="sibTrans" presStyleCnt="0"/>
      <dgm:spPr/>
    </dgm:pt>
    <dgm:pt modelId="{016960F9-62C2-49A5-83D7-521BA72A591F}" type="pres">
      <dgm:prSet presAssocID="{D830360F-E845-41A7-BA7E-F5DC76CAB524}" presName="compositeNode" presStyleCnt="0">
        <dgm:presLayoutVars>
          <dgm:bulletEnabled val="1"/>
        </dgm:presLayoutVars>
      </dgm:prSet>
      <dgm:spPr/>
    </dgm:pt>
    <dgm:pt modelId="{46020A43-E42C-45CB-B35F-EE983117D53B}" type="pres">
      <dgm:prSet presAssocID="{D830360F-E845-41A7-BA7E-F5DC76CAB524}" presName="bgRect" presStyleLbl="node1" presStyleIdx="1" presStyleCnt="3" custLinFactNeighborX="7678" custLinFactNeighborY="45431"/>
      <dgm:spPr/>
      <dgm:t>
        <a:bodyPr/>
        <a:lstStyle/>
        <a:p>
          <a:endParaRPr lang="en-US"/>
        </a:p>
      </dgm:t>
    </dgm:pt>
    <dgm:pt modelId="{7BEE027E-3B7B-471E-8951-855829616593}" type="pres">
      <dgm:prSet presAssocID="{D830360F-E845-41A7-BA7E-F5DC76CAB524}" presName="parentNode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B5CF59-36AF-458C-8A75-30AAE99FC7E4}" type="pres">
      <dgm:prSet presAssocID="{D830360F-E845-41A7-BA7E-F5DC76CAB524}" presName="child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1C1AA4-0E9E-4590-9B5C-B104BD4EFF76}" type="pres">
      <dgm:prSet presAssocID="{F2366B8E-AE30-4F49-8555-71A36353469D}" presName="hSp" presStyleCnt="0"/>
      <dgm:spPr/>
    </dgm:pt>
    <dgm:pt modelId="{57DC1E03-E80C-47AC-A514-1D2AE37546DD}" type="pres">
      <dgm:prSet presAssocID="{F2366B8E-AE30-4F49-8555-71A36353469D}" presName="vProcSp" presStyleCnt="0"/>
      <dgm:spPr/>
    </dgm:pt>
    <dgm:pt modelId="{FE378940-AAF0-44C0-BE20-C4220498060F}" type="pres">
      <dgm:prSet presAssocID="{F2366B8E-AE30-4F49-8555-71A36353469D}" presName="vSp1" presStyleCnt="0"/>
      <dgm:spPr/>
    </dgm:pt>
    <dgm:pt modelId="{23B28C99-4ED1-4A9D-B99B-B9008742ED54}" type="pres">
      <dgm:prSet presAssocID="{F2366B8E-AE30-4F49-8555-71A36353469D}" presName="simulatedConn" presStyleLbl="solidFgAcc1" presStyleIdx="1" presStyleCnt="2"/>
      <dgm:spPr/>
    </dgm:pt>
    <dgm:pt modelId="{066900B4-23D8-468C-B360-F29B18241D53}" type="pres">
      <dgm:prSet presAssocID="{F2366B8E-AE30-4F49-8555-71A36353469D}" presName="vSp2" presStyleCnt="0"/>
      <dgm:spPr/>
    </dgm:pt>
    <dgm:pt modelId="{66EAAA12-0ABB-42C9-93C8-260CB8A31EE7}" type="pres">
      <dgm:prSet presAssocID="{F2366B8E-AE30-4F49-8555-71A36353469D}" presName="sibTrans" presStyleCnt="0"/>
      <dgm:spPr/>
    </dgm:pt>
    <dgm:pt modelId="{3DA13A95-09C0-4D12-ADE3-6AAFFDC37E6C}" type="pres">
      <dgm:prSet presAssocID="{B500A56B-E00C-449D-8DDF-62BBCC869063}" presName="compositeNode" presStyleCnt="0">
        <dgm:presLayoutVars>
          <dgm:bulletEnabled val="1"/>
        </dgm:presLayoutVars>
      </dgm:prSet>
      <dgm:spPr/>
    </dgm:pt>
    <dgm:pt modelId="{DAE99725-43D9-4E64-843C-40A4D0372ABE}" type="pres">
      <dgm:prSet presAssocID="{B500A56B-E00C-449D-8DDF-62BBCC869063}" presName="bgRect" presStyleLbl="node1" presStyleIdx="2" presStyleCnt="3" custLinFactNeighborX="7676" custLinFactNeighborY="49575"/>
      <dgm:spPr/>
      <dgm:t>
        <a:bodyPr/>
        <a:lstStyle/>
        <a:p>
          <a:endParaRPr lang="en-US"/>
        </a:p>
      </dgm:t>
    </dgm:pt>
    <dgm:pt modelId="{7F465229-04BE-4316-B3BC-4368E131DC1C}" type="pres">
      <dgm:prSet presAssocID="{B500A56B-E00C-449D-8DDF-62BBCC869063}" presName="parentNode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2F724C-80ED-4E50-AF92-87A84BF171EA}" type="pres">
      <dgm:prSet presAssocID="{B500A56B-E00C-449D-8DDF-62BBCC869063}" presName="child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788D437-368E-4B88-914D-942122C54D24}" srcId="{D830360F-E845-41A7-BA7E-F5DC76CAB524}" destId="{E6B07505-1814-4167-A04F-D95F9A9A7D51}" srcOrd="0" destOrd="0" parTransId="{9B46F50B-4D18-4E3D-B150-53844D7059AB}" sibTransId="{ADA1E651-1EEB-4EEF-BFC1-14B106CE4B56}"/>
    <dgm:cxn modelId="{78312065-92F8-4C2A-8D15-50ED6CBC7AE2}" type="presOf" srcId="{11CCE646-0851-4663-806C-6F8FF7937205}" destId="{882F724C-80ED-4E50-AF92-87A84BF171EA}" srcOrd="0" destOrd="0" presId="urn:microsoft.com/office/officeart/2005/8/layout/hProcess7"/>
    <dgm:cxn modelId="{7CE41730-851C-4F49-AAA3-DA954E6DB565}" type="presOf" srcId="{B500A56B-E00C-449D-8DDF-62BBCC869063}" destId="{7F465229-04BE-4316-B3BC-4368E131DC1C}" srcOrd="1" destOrd="0" presId="urn:microsoft.com/office/officeart/2005/8/layout/hProcess7"/>
    <dgm:cxn modelId="{ECBB7FC8-7311-4539-BD69-B6964C1B9576}" srcId="{8F4E142B-1B51-4786-B8D1-727440EBC9FE}" destId="{B500A56B-E00C-449D-8DDF-62BBCC869063}" srcOrd="2" destOrd="0" parTransId="{33239B50-F886-480F-83E3-1B71C95918D3}" sibTransId="{91511563-705A-4C0A-BB11-CAC5A70D4026}"/>
    <dgm:cxn modelId="{0EACFAED-D1BB-4BE1-9866-5876C25CD221}" type="presOf" srcId="{8C43C8F9-4C4A-4908-BDE6-07601C53DEA4}" destId="{09D8B535-F743-4DF5-B7B7-42087EA07EDE}" srcOrd="1" destOrd="0" presId="urn:microsoft.com/office/officeart/2005/8/layout/hProcess7"/>
    <dgm:cxn modelId="{82434F28-6E4D-4CEE-9552-D1890FA2AF3F}" type="presOf" srcId="{B500A56B-E00C-449D-8DDF-62BBCC869063}" destId="{DAE99725-43D9-4E64-843C-40A4D0372ABE}" srcOrd="0" destOrd="0" presId="urn:microsoft.com/office/officeart/2005/8/layout/hProcess7"/>
    <dgm:cxn modelId="{D461AD23-395F-4325-BF7A-0E59BA73A32E}" type="presOf" srcId="{EF82394B-71DC-4C5F-A1D3-C5B8EADAAEAB}" destId="{4CB2D8D1-E3F8-4BFD-A375-E5435373CA71}" srcOrd="0" destOrd="0" presId="urn:microsoft.com/office/officeart/2005/8/layout/hProcess7"/>
    <dgm:cxn modelId="{8F09A8D5-DB36-4A3F-8AB0-811050D9D600}" type="presOf" srcId="{8C43C8F9-4C4A-4908-BDE6-07601C53DEA4}" destId="{776C6570-C25B-4CEE-9DA9-58C167662B5D}" srcOrd="0" destOrd="0" presId="urn:microsoft.com/office/officeart/2005/8/layout/hProcess7"/>
    <dgm:cxn modelId="{157D14C9-A979-4AAF-9881-0DC431681C00}" type="presOf" srcId="{D830360F-E845-41A7-BA7E-F5DC76CAB524}" destId="{46020A43-E42C-45CB-B35F-EE983117D53B}" srcOrd="0" destOrd="0" presId="urn:microsoft.com/office/officeart/2005/8/layout/hProcess7"/>
    <dgm:cxn modelId="{3D3994C4-27D2-424C-ACAE-73EF29AFA938}" type="presOf" srcId="{E6B07505-1814-4167-A04F-D95F9A9A7D51}" destId="{7FB5CF59-36AF-458C-8A75-30AAE99FC7E4}" srcOrd="0" destOrd="0" presId="urn:microsoft.com/office/officeart/2005/8/layout/hProcess7"/>
    <dgm:cxn modelId="{391D1F59-6C64-438E-A717-92A5BBE8675A}" srcId="{8C43C8F9-4C4A-4908-BDE6-07601C53DEA4}" destId="{EF82394B-71DC-4C5F-A1D3-C5B8EADAAEAB}" srcOrd="0" destOrd="0" parTransId="{DD6D4EAA-6BA7-4E35-A88C-D0AB018E70F8}" sibTransId="{3AB85FA1-3581-4DD6-8FF0-717AC559315F}"/>
    <dgm:cxn modelId="{24AF2C0C-0344-4155-8D6F-6A8072A13999}" srcId="{8F4E142B-1B51-4786-B8D1-727440EBC9FE}" destId="{D830360F-E845-41A7-BA7E-F5DC76CAB524}" srcOrd="1" destOrd="0" parTransId="{9639E017-A948-42D6-88C9-9A494DE6DF98}" sibTransId="{F2366B8E-AE30-4F49-8555-71A36353469D}"/>
    <dgm:cxn modelId="{AD939DA0-F2D5-4306-9CF4-CC7F0F0E316A}" type="presOf" srcId="{8F4E142B-1B51-4786-B8D1-727440EBC9FE}" destId="{BDF3D83A-2350-4C58-B5AE-D79E0B2768F9}" srcOrd="0" destOrd="0" presId="urn:microsoft.com/office/officeart/2005/8/layout/hProcess7"/>
    <dgm:cxn modelId="{AE299594-07D7-4C34-BBE3-F49036CC75D4}" srcId="{8F4E142B-1B51-4786-B8D1-727440EBC9FE}" destId="{8C43C8F9-4C4A-4908-BDE6-07601C53DEA4}" srcOrd="0" destOrd="0" parTransId="{F94B9C3E-6CF7-4C4F-A5DE-6B686EE0A53E}" sibTransId="{1DA1F439-7BFC-488A-B6DB-2CFCF972653B}"/>
    <dgm:cxn modelId="{1F6A0F19-A0F1-419C-BFC9-8C4D12C44B49}" srcId="{B500A56B-E00C-449D-8DDF-62BBCC869063}" destId="{11CCE646-0851-4663-806C-6F8FF7937205}" srcOrd="0" destOrd="0" parTransId="{E1937833-16F9-451C-8F44-5B2BBFC21FA3}" sibTransId="{C5D5F7A8-5718-4D01-AAA2-5DE114517D53}"/>
    <dgm:cxn modelId="{60019573-2370-48FC-BBBA-4323532B2FFA}" type="presOf" srcId="{D830360F-E845-41A7-BA7E-F5DC76CAB524}" destId="{7BEE027E-3B7B-471E-8951-855829616593}" srcOrd="1" destOrd="0" presId="urn:microsoft.com/office/officeart/2005/8/layout/hProcess7"/>
    <dgm:cxn modelId="{9DA08D38-4628-4ED0-9869-A475B3C528B3}" type="presParOf" srcId="{BDF3D83A-2350-4C58-B5AE-D79E0B2768F9}" destId="{F3AE51B0-02C4-44FA-A285-E1C668EC9BD5}" srcOrd="0" destOrd="0" presId="urn:microsoft.com/office/officeart/2005/8/layout/hProcess7"/>
    <dgm:cxn modelId="{CE1BC702-7EB7-42AF-B9CF-AFF72C7A93DF}" type="presParOf" srcId="{F3AE51B0-02C4-44FA-A285-E1C668EC9BD5}" destId="{776C6570-C25B-4CEE-9DA9-58C167662B5D}" srcOrd="0" destOrd="0" presId="urn:microsoft.com/office/officeart/2005/8/layout/hProcess7"/>
    <dgm:cxn modelId="{3F5179F9-6AC6-41D3-BB1A-222CFBC901D1}" type="presParOf" srcId="{F3AE51B0-02C4-44FA-A285-E1C668EC9BD5}" destId="{09D8B535-F743-4DF5-B7B7-42087EA07EDE}" srcOrd="1" destOrd="0" presId="urn:microsoft.com/office/officeart/2005/8/layout/hProcess7"/>
    <dgm:cxn modelId="{46FA38DD-E903-4A9D-8FC0-A15CA279470D}" type="presParOf" srcId="{F3AE51B0-02C4-44FA-A285-E1C668EC9BD5}" destId="{4CB2D8D1-E3F8-4BFD-A375-E5435373CA71}" srcOrd="2" destOrd="0" presId="urn:microsoft.com/office/officeart/2005/8/layout/hProcess7"/>
    <dgm:cxn modelId="{0AE8D635-01FB-4226-94CF-897A1FD0C130}" type="presParOf" srcId="{BDF3D83A-2350-4C58-B5AE-D79E0B2768F9}" destId="{A30CF905-4244-421B-B197-60C9E5ECEFE3}" srcOrd="1" destOrd="0" presId="urn:microsoft.com/office/officeart/2005/8/layout/hProcess7"/>
    <dgm:cxn modelId="{13F90944-4F82-4010-9086-99141D8DF269}" type="presParOf" srcId="{BDF3D83A-2350-4C58-B5AE-D79E0B2768F9}" destId="{75C2EB0F-E167-43D2-B108-534FF443AA84}" srcOrd="2" destOrd="0" presId="urn:microsoft.com/office/officeart/2005/8/layout/hProcess7"/>
    <dgm:cxn modelId="{1E5A04FE-D7DA-48C9-98FA-87AF2FB326FA}" type="presParOf" srcId="{75C2EB0F-E167-43D2-B108-534FF443AA84}" destId="{ACD02D9C-190A-41B8-8130-B7E96FE66115}" srcOrd="0" destOrd="0" presId="urn:microsoft.com/office/officeart/2005/8/layout/hProcess7"/>
    <dgm:cxn modelId="{A87012EE-D313-4AF8-BB2E-416B0AC71E1A}" type="presParOf" srcId="{75C2EB0F-E167-43D2-B108-534FF443AA84}" destId="{4E8EDF8A-1515-4795-B24A-80A4A62AF5A4}" srcOrd="1" destOrd="0" presId="urn:microsoft.com/office/officeart/2005/8/layout/hProcess7"/>
    <dgm:cxn modelId="{15F14393-1FCB-4BF2-B1BF-A13622692717}" type="presParOf" srcId="{75C2EB0F-E167-43D2-B108-534FF443AA84}" destId="{72147CDD-AAB8-477C-9BBC-F20EF188E389}" srcOrd="2" destOrd="0" presId="urn:microsoft.com/office/officeart/2005/8/layout/hProcess7"/>
    <dgm:cxn modelId="{7F6279A9-213F-451B-AC0F-C1B2A707E137}" type="presParOf" srcId="{BDF3D83A-2350-4C58-B5AE-D79E0B2768F9}" destId="{F6118B37-F8E0-4471-8850-99148F63D337}" srcOrd="3" destOrd="0" presId="urn:microsoft.com/office/officeart/2005/8/layout/hProcess7"/>
    <dgm:cxn modelId="{932ADE98-7DF5-4F63-8EFE-F592C144C1F5}" type="presParOf" srcId="{BDF3D83A-2350-4C58-B5AE-D79E0B2768F9}" destId="{016960F9-62C2-49A5-83D7-521BA72A591F}" srcOrd="4" destOrd="0" presId="urn:microsoft.com/office/officeart/2005/8/layout/hProcess7"/>
    <dgm:cxn modelId="{0990A968-A2CC-4956-BF3D-C23EDEC86C87}" type="presParOf" srcId="{016960F9-62C2-49A5-83D7-521BA72A591F}" destId="{46020A43-E42C-45CB-B35F-EE983117D53B}" srcOrd="0" destOrd="0" presId="urn:microsoft.com/office/officeart/2005/8/layout/hProcess7"/>
    <dgm:cxn modelId="{2286810B-792A-40A7-A321-FED453D0464A}" type="presParOf" srcId="{016960F9-62C2-49A5-83D7-521BA72A591F}" destId="{7BEE027E-3B7B-471E-8951-855829616593}" srcOrd="1" destOrd="0" presId="urn:microsoft.com/office/officeart/2005/8/layout/hProcess7"/>
    <dgm:cxn modelId="{D0572671-7B24-4F95-A2B8-B9606D96DBAC}" type="presParOf" srcId="{016960F9-62C2-49A5-83D7-521BA72A591F}" destId="{7FB5CF59-36AF-458C-8A75-30AAE99FC7E4}" srcOrd="2" destOrd="0" presId="urn:microsoft.com/office/officeart/2005/8/layout/hProcess7"/>
    <dgm:cxn modelId="{263E2E23-5219-4C77-AEE5-178DF9B656BD}" type="presParOf" srcId="{BDF3D83A-2350-4C58-B5AE-D79E0B2768F9}" destId="{841C1AA4-0E9E-4590-9B5C-B104BD4EFF76}" srcOrd="5" destOrd="0" presId="urn:microsoft.com/office/officeart/2005/8/layout/hProcess7"/>
    <dgm:cxn modelId="{2DE17853-93D0-48D3-A605-057C9DE5A176}" type="presParOf" srcId="{BDF3D83A-2350-4C58-B5AE-D79E0B2768F9}" destId="{57DC1E03-E80C-47AC-A514-1D2AE37546DD}" srcOrd="6" destOrd="0" presId="urn:microsoft.com/office/officeart/2005/8/layout/hProcess7"/>
    <dgm:cxn modelId="{D28005A7-FB58-437F-9FFD-904C0E611CA3}" type="presParOf" srcId="{57DC1E03-E80C-47AC-A514-1D2AE37546DD}" destId="{FE378940-AAF0-44C0-BE20-C4220498060F}" srcOrd="0" destOrd="0" presId="urn:microsoft.com/office/officeart/2005/8/layout/hProcess7"/>
    <dgm:cxn modelId="{A601DCAA-F0B0-47C3-818E-47FD6C733AAD}" type="presParOf" srcId="{57DC1E03-E80C-47AC-A514-1D2AE37546DD}" destId="{23B28C99-4ED1-4A9D-B99B-B9008742ED54}" srcOrd="1" destOrd="0" presId="urn:microsoft.com/office/officeart/2005/8/layout/hProcess7"/>
    <dgm:cxn modelId="{25B29639-7D1C-40BD-A9EB-47240A505E57}" type="presParOf" srcId="{57DC1E03-E80C-47AC-A514-1D2AE37546DD}" destId="{066900B4-23D8-468C-B360-F29B18241D53}" srcOrd="2" destOrd="0" presId="urn:microsoft.com/office/officeart/2005/8/layout/hProcess7"/>
    <dgm:cxn modelId="{028EABF3-263A-4AFB-937D-1FF9F5D7B55A}" type="presParOf" srcId="{BDF3D83A-2350-4C58-B5AE-D79E0B2768F9}" destId="{66EAAA12-0ABB-42C9-93C8-260CB8A31EE7}" srcOrd="7" destOrd="0" presId="urn:microsoft.com/office/officeart/2005/8/layout/hProcess7"/>
    <dgm:cxn modelId="{421A8011-6D72-40CD-B6DA-304C84730EC0}" type="presParOf" srcId="{BDF3D83A-2350-4C58-B5AE-D79E0B2768F9}" destId="{3DA13A95-09C0-4D12-ADE3-6AAFFDC37E6C}" srcOrd="8" destOrd="0" presId="urn:microsoft.com/office/officeart/2005/8/layout/hProcess7"/>
    <dgm:cxn modelId="{3A95AC87-6841-45C6-924B-4C8B1F1F1813}" type="presParOf" srcId="{3DA13A95-09C0-4D12-ADE3-6AAFFDC37E6C}" destId="{DAE99725-43D9-4E64-843C-40A4D0372ABE}" srcOrd="0" destOrd="0" presId="urn:microsoft.com/office/officeart/2005/8/layout/hProcess7"/>
    <dgm:cxn modelId="{98123FAF-B463-4429-B0C2-BF3C465DC160}" type="presParOf" srcId="{3DA13A95-09C0-4D12-ADE3-6AAFFDC37E6C}" destId="{7F465229-04BE-4316-B3BC-4368E131DC1C}" srcOrd="1" destOrd="0" presId="urn:microsoft.com/office/officeart/2005/8/layout/hProcess7"/>
    <dgm:cxn modelId="{0872EFC3-7AB4-4A7A-B08B-641925C10757}" type="presParOf" srcId="{3DA13A95-09C0-4D12-ADE3-6AAFFDC37E6C}" destId="{882F724C-80ED-4E50-AF92-87A84BF171EA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F6A208-586D-4070-98D0-9AF1466E74C9}" type="doc">
      <dgm:prSet loTypeId="urn:diagrams.loki3.com/VaryingWidthList" loCatId="list" qsTypeId="urn:microsoft.com/office/officeart/2005/8/quickstyle/simple1" qsCatId="simple" csTypeId="urn:microsoft.com/office/officeart/2005/8/colors/accent1_2" csCatId="accent1" phldr="1"/>
      <dgm:spPr/>
    </dgm:pt>
    <dgm:pt modelId="{DE1CAB1D-C05D-496F-9568-9B2998AE169C}">
      <dgm:prSet phldrT="[Text]"/>
      <dgm:spPr/>
      <dgm:t>
        <a:bodyPr/>
        <a:lstStyle/>
        <a:p>
          <a:r>
            <a:rPr lang="en-US" dirty="0" smtClean="0"/>
            <a:t>IF WE USE IT WITH PYTHON WE CAN MAKE PYTHON MORE RELIABLE FOR STUDENTS TO SOLVE COMPLEX FOR MULAS</a:t>
          </a:r>
          <a:endParaRPr lang="en-US" dirty="0"/>
        </a:p>
      </dgm:t>
    </dgm:pt>
    <dgm:pt modelId="{122AB8E7-0A24-4081-AB30-B686F5B06176}" type="parTrans" cxnId="{451B827B-4266-49CD-8FB2-24386977198A}">
      <dgm:prSet/>
      <dgm:spPr/>
      <dgm:t>
        <a:bodyPr/>
        <a:lstStyle/>
        <a:p>
          <a:endParaRPr lang="en-US"/>
        </a:p>
      </dgm:t>
    </dgm:pt>
    <dgm:pt modelId="{F0E4ACFB-5696-433F-AED7-A9666E1620B3}" type="sibTrans" cxnId="{451B827B-4266-49CD-8FB2-24386977198A}">
      <dgm:prSet/>
      <dgm:spPr/>
      <dgm:t>
        <a:bodyPr/>
        <a:lstStyle/>
        <a:p>
          <a:endParaRPr lang="en-US"/>
        </a:p>
      </dgm:t>
    </dgm:pt>
    <dgm:pt modelId="{455493F8-E377-4FDC-85F0-7B4EE3DC813B}" type="pres">
      <dgm:prSet presAssocID="{36F6A208-586D-4070-98D0-9AF1466E74C9}" presName="Name0" presStyleCnt="0">
        <dgm:presLayoutVars>
          <dgm:resizeHandles/>
        </dgm:presLayoutVars>
      </dgm:prSet>
      <dgm:spPr/>
    </dgm:pt>
    <dgm:pt modelId="{2CAD1C37-1368-4025-BEEC-240678694978}" type="pres">
      <dgm:prSet presAssocID="{DE1CAB1D-C05D-496F-9568-9B2998AE169C}" presName="text" presStyleLbl="node1" presStyleIdx="0" presStyleCnt="1" custScaleX="47177" custScaleY="42995" custLinFactNeighborX="-557" custLinFactNeighborY="884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8B52110-0772-4888-9549-1B940A008ADD}" type="presOf" srcId="{36F6A208-586D-4070-98D0-9AF1466E74C9}" destId="{455493F8-E377-4FDC-85F0-7B4EE3DC813B}" srcOrd="0" destOrd="0" presId="urn:diagrams.loki3.com/VaryingWidthList"/>
    <dgm:cxn modelId="{451B827B-4266-49CD-8FB2-24386977198A}" srcId="{36F6A208-586D-4070-98D0-9AF1466E74C9}" destId="{DE1CAB1D-C05D-496F-9568-9B2998AE169C}" srcOrd="0" destOrd="0" parTransId="{122AB8E7-0A24-4081-AB30-B686F5B06176}" sibTransId="{F0E4ACFB-5696-433F-AED7-A9666E1620B3}"/>
    <dgm:cxn modelId="{9E9A5BB1-D929-4914-A299-80C03B46FB08}" type="presOf" srcId="{DE1CAB1D-C05D-496F-9568-9B2998AE169C}" destId="{2CAD1C37-1368-4025-BEEC-240678694978}" srcOrd="0" destOrd="0" presId="urn:diagrams.loki3.com/VaryingWidthList"/>
    <dgm:cxn modelId="{5753311B-6B4D-4F19-BF53-25479BD1C329}" type="presParOf" srcId="{455493F8-E377-4FDC-85F0-7B4EE3DC813B}" destId="{2CAD1C37-1368-4025-BEEC-240678694978}" srcOrd="0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A860C5-ABDA-47AF-AF6D-F88426F5638B}">
      <dsp:nvSpPr>
        <dsp:cNvPr id="0" name=""/>
        <dsp:cNvSpPr/>
      </dsp:nvSpPr>
      <dsp:spPr>
        <a:xfrm rot="5400000">
          <a:off x="3899037" y="93610"/>
          <a:ext cx="1438781" cy="1251739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THEN WE SEE WHICH PARTS PERFECTLY FIT</a:t>
          </a:r>
          <a:endParaRPr lang="en-US" sz="800" kern="1200" dirty="0"/>
        </a:p>
      </dsp:txBody>
      <dsp:txXfrm rot="-5400000">
        <a:off x="4187621" y="224299"/>
        <a:ext cx="861613" cy="990361"/>
      </dsp:txXfrm>
    </dsp:sp>
    <dsp:sp modelId="{B1797AAD-3447-4389-9BAD-2D260EEA48B0}">
      <dsp:nvSpPr>
        <dsp:cNvPr id="0" name=""/>
        <dsp:cNvSpPr/>
      </dsp:nvSpPr>
      <dsp:spPr>
        <a:xfrm>
          <a:off x="5282282" y="287846"/>
          <a:ext cx="1605680" cy="8632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 dirty="0"/>
        </a:p>
      </dsp:txBody>
      <dsp:txXfrm>
        <a:off x="5282282" y="287846"/>
        <a:ext cx="1605680" cy="863268"/>
      </dsp:txXfrm>
    </dsp:sp>
    <dsp:sp modelId="{7A0A310E-3622-43CB-8FCB-49920D8EEB91}">
      <dsp:nvSpPr>
        <dsp:cNvPr id="0" name=""/>
        <dsp:cNvSpPr/>
      </dsp:nvSpPr>
      <dsp:spPr>
        <a:xfrm rot="5400000">
          <a:off x="2547158" y="93610"/>
          <a:ext cx="1438781" cy="1251739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AT FIRST USE IT WITH OLD VERSION OF PYTHON</a:t>
          </a:r>
          <a:endParaRPr lang="en-US" sz="1300" kern="1200" dirty="0"/>
        </a:p>
      </dsp:txBody>
      <dsp:txXfrm rot="-5400000">
        <a:off x="2835742" y="224299"/>
        <a:ext cx="861613" cy="990361"/>
      </dsp:txXfrm>
    </dsp:sp>
    <dsp:sp modelId="{28B8539A-2C78-4212-A25F-B5BACF464E36}">
      <dsp:nvSpPr>
        <dsp:cNvPr id="0" name=""/>
        <dsp:cNvSpPr/>
      </dsp:nvSpPr>
      <dsp:spPr>
        <a:xfrm rot="5400000">
          <a:off x="3220508" y="1314848"/>
          <a:ext cx="1438781" cy="1251739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MODULES OF JAVA</a:t>
          </a:r>
          <a:endParaRPr lang="en-US" sz="800" kern="1200" dirty="0"/>
        </a:p>
      </dsp:txBody>
      <dsp:txXfrm rot="-5400000">
        <a:off x="3509092" y="1445537"/>
        <a:ext cx="861613" cy="990361"/>
      </dsp:txXfrm>
    </dsp:sp>
    <dsp:sp modelId="{44C184EB-A2A1-424A-846B-1513452BFECD}">
      <dsp:nvSpPr>
        <dsp:cNvPr id="0" name=""/>
        <dsp:cNvSpPr/>
      </dsp:nvSpPr>
      <dsp:spPr>
        <a:xfrm>
          <a:off x="1708349" y="1509084"/>
          <a:ext cx="1553884" cy="8632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 dirty="0"/>
        </a:p>
      </dsp:txBody>
      <dsp:txXfrm>
        <a:off x="1708349" y="1509084"/>
        <a:ext cx="1553884" cy="863268"/>
      </dsp:txXfrm>
    </dsp:sp>
    <dsp:sp modelId="{6ADAC141-A07A-4FB4-8F65-F652525879E3}">
      <dsp:nvSpPr>
        <dsp:cNvPr id="0" name=""/>
        <dsp:cNvSpPr/>
      </dsp:nvSpPr>
      <dsp:spPr>
        <a:xfrm rot="5400000">
          <a:off x="4572387" y="1314848"/>
          <a:ext cx="1438781" cy="1251739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THEN MATCH IT WITH C++ FOR USE</a:t>
          </a:r>
          <a:endParaRPr lang="en-US" sz="1500" kern="1200" dirty="0"/>
        </a:p>
      </dsp:txBody>
      <dsp:txXfrm rot="-5400000">
        <a:off x="4860971" y="1445537"/>
        <a:ext cx="861613" cy="990361"/>
      </dsp:txXfrm>
    </dsp:sp>
    <dsp:sp modelId="{08A1DB51-3151-4D25-B6E9-5A1FCE6FD4A5}">
      <dsp:nvSpPr>
        <dsp:cNvPr id="0" name=""/>
        <dsp:cNvSpPr/>
      </dsp:nvSpPr>
      <dsp:spPr>
        <a:xfrm rot="5400000">
          <a:off x="3899037" y="2536086"/>
          <a:ext cx="1438781" cy="1251739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AT LAST WE TAKE JAVA THAT ONE MODULE WICH IS HIGLY SIMILAR TO PYTHON TO JOIN THEM</a:t>
          </a:r>
          <a:endParaRPr lang="en-US" sz="800" kern="1200" dirty="0"/>
        </a:p>
      </dsp:txBody>
      <dsp:txXfrm rot="-5400000">
        <a:off x="4187621" y="2666775"/>
        <a:ext cx="861613" cy="990361"/>
      </dsp:txXfrm>
    </dsp:sp>
    <dsp:sp modelId="{A2229843-F28C-474C-A424-3A57C02A7565}">
      <dsp:nvSpPr>
        <dsp:cNvPr id="0" name=""/>
        <dsp:cNvSpPr/>
      </dsp:nvSpPr>
      <dsp:spPr>
        <a:xfrm>
          <a:off x="5282282" y="2730321"/>
          <a:ext cx="1605680" cy="8632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5282282" y="2730321"/>
        <a:ext cx="1605680" cy="863268"/>
      </dsp:txXfrm>
    </dsp:sp>
    <dsp:sp modelId="{128BE8EC-F9A0-4B73-BCDD-54B587214D2A}">
      <dsp:nvSpPr>
        <dsp:cNvPr id="0" name=""/>
        <dsp:cNvSpPr/>
      </dsp:nvSpPr>
      <dsp:spPr>
        <a:xfrm rot="5400000">
          <a:off x="2547158" y="2536086"/>
          <a:ext cx="1438781" cy="1251739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THEN WITH OTHER ONE TO SEE IF IT ACTUALLY WORKS</a:t>
          </a:r>
          <a:endParaRPr lang="en-US" sz="1200" kern="1200" dirty="0"/>
        </a:p>
      </dsp:txBody>
      <dsp:txXfrm rot="-5400000">
        <a:off x="2835742" y="2666775"/>
        <a:ext cx="861613" cy="9903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6C6570-C25B-4CEE-9DA9-58C167662B5D}">
      <dsp:nvSpPr>
        <dsp:cNvPr id="0" name=""/>
        <dsp:cNvSpPr/>
      </dsp:nvSpPr>
      <dsp:spPr>
        <a:xfrm>
          <a:off x="87706" y="2242079"/>
          <a:ext cx="2647156" cy="3176587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6299" rIns="137795" bIns="0" numCol="1" spcCol="1270" anchor="t" anchorCtr="0">
          <a:noAutofit/>
        </a:bodyPr>
        <a:lstStyle/>
        <a:p>
          <a:pPr lvl="0" algn="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100" kern="1200" dirty="0"/>
        </a:p>
      </dsp:txBody>
      <dsp:txXfrm rot="16200000">
        <a:off x="-949978" y="3279764"/>
        <a:ext cx="2604801" cy="529431"/>
      </dsp:txXfrm>
    </dsp:sp>
    <dsp:sp modelId="{4CB2D8D1-E3F8-4BFD-A375-E5435373CA71}">
      <dsp:nvSpPr>
        <dsp:cNvPr id="0" name=""/>
        <dsp:cNvSpPr/>
      </dsp:nvSpPr>
      <dsp:spPr>
        <a:xfrm>
          <a:off x="617137" y="2242079"/>
          <a:ext cx="1972131" cy="3176587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AT FIRST AT SAME AS JAVA WE DIVIDE INDO MODULES THEN MATCH IT WITH BOTH PYTHON AND JAVA</a:t>
          </a:r>
          <a:endParaRPr lang="en-US" sz="2400" kern="1200" dirty="0"/>
        </a:p>
      </dsp:txBody>
      <dsp:txXfrm>
        <a:off x="617137" y="2242079"/>
        <a:ext cx="1972131" cy="3176587"/>
      </dsp:txXfrm>
    </dsp:sp>
    <dsp:sp modelId="{46020A43-E42C-45CB-B35F-EE983117D53B}">
      <dsp:nvSpPr>
        <dsp:cNvPr id="0" name=""/>
        <dsp:cNvSpPr/>
      </dsp:nvSpPr>
      <dsp:spPr>
        <a:xfrm>
          <a:off x="2943670" y="2242079"/>
          <a:ext cx="2647156" cy="3176587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6299" rIns="137795" bIns="0" numCol="1" spcCol="1270" anchor="t" anchorCtr="0">
          <a:noAutofit/>
        </a:bodyPr>
        <a:lstStyle/>
        <a:p>
          <a:pPr lvl="0" algn="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100" kern="1200" dirty="0"/>
        </a:p>
      </dsp:txBody>
      <dsp:txXfrm rot="16200000">
        <a:off x="1905985" y="3279764"/>
        <a:ext cx="2604801" cy="529431"/>
      </dsp:txXfrm>
    </dsp:sp>
    <dsp:sp modelId="{4E8EDF8A-1515-4795-B24A-80A4A62AF5A4}">
      <dsp:nvSpPr>
        <dsp:cNvPr id="0" name=""/>
        <dsp:cNvSpPr/>
      </dsp:nvSpPr>
      <dsp:spPr>
        <a:xfrm rot="5400000">
          <a:off x="2520299" y="3645011"/>
          <a:ext cx="466715" cy="39707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B5CF59-36AF-458C-8A75-30AAE99FC7E4}">
      <dsp:nvSpPr>
        <dsp:cNvPr id="0" name=""/>
        <dsp:cNvSpPr/>
      </dsp:nvSpPr>
      <dsp:spPr>
        <a:xfrm>
          <a:off x="3473101" y="2242079"/>
          <a:ext cx="1972131" cy="3176587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chemeClr val="bg1"/>
              </a:solidFill>
            </a:rPr>
            <a:t>AFTER THAT WE POINT TE SIMILARITY BETWEEN THE </a:t>
          </a:r>
          <a:r>
            <a:rPr lang="en-US" sz="2400" kern="1200" dirty="0" err="1" smtClean="0">
              <a:solidFill>
                <a:schemeClr val="bg1"/>
              </a:solidFill>
            </a:rPr>
            <a:t>THE</a:t>
          </a:r>
          <a:r>
            <a:rPr lang="en-US" sz="2400" kern="1200" dirty="0" smtClean="0">
              <a:solidFill>
                <a:schemeClr val="bg1"/>
              </a:solidFill>
            </a:rPr>
            <a:t> JAVA AND BASIC TO MEET THE REQUIREMENT</a:t>
          </a:r>
          <a:endParaRPr lang="en-US" sz="2400" kern="1200" dirty="0">
            <a:solidFill>
              <a:schemeClr val="bg1"/>
            </a:solidFill>
          </a:endParaRPr>
        </a:p>
      </dsp:txBody>
      <dsp:txXfrm>
        <a:off x="3473101" y="2242079"/>
        <a:ext cx="1972131" cy="3176587"/>
      </dsp:txXfrm>
    </dsp:sp>
    <dsp:sp modelId="{DAE99725-43D9-4E64-843C-40A4D0372ABE}">
      <dsp:nvSpPr>
        <dsp:cNvPr id="0" name=""/>
        <dsp:cNvSpPr/>
      </dsp:nvSpPr>
      <dsp:spPr>
        <a:xfrm>
          <a:off x="5480843" y="2242079"/>
          <a:ext cx="2647156" cy="3176587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6299" rIns="137795" bIns="0" numCol="1" spcCol="1270" anchor="t" anchorCtr="0">
          <a:noAutofit/>
        </a:bodyPr>
        <a:lstStyle/>
        <a:p>
          <a:pPr lvl="0" algn="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100" kern="1200"/>
        </a:p>
      </dsp:txBody>
      <dsp:txXfrm rot="16200000">
        <a:off x="4443158" y="3279764"/>
        <a:ext cx="2604801" cy="529431"/>
      </dsp:txXfrm>
    </dsp:sp>
    <dsp:sp modelId="{23B28C99-4ED1-4A9D-B99B-B9008742ED54}">
      <dsp:nvSpPr>
        <dsp:cNvPr id="0" name=""/>
        <dsp:cNvSpPr/>
      </dsp:nvSpPr>
      <dsp:spPr>
        <a:xfrm rot="5400000">
          <a:off x="5260106" y="3645011"/>
          <a:ext cx="466715" cy="39707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2F724C-80ED-4E50-AF92-87A84BF171EA}">
      <dsp:nvSpPr>
        <dsp:cNvPr id="0" name=""/>
        <dsp:cNvSpPr/>
      </dsp:nvSpPr>
      <dsp:spPr>
        <a:xfrm>
          <a:off x="6010275" y="2242079"/>
          <a:ext cx="1972131" cy="3176587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THEN WE FIND EXACT SIMILAR POINT BETWEEN THREE OF THEM</a:t>
          </a:r>
          <a:endParaRPr lang="en-US" sz="2400" kern="1200" dirty="0"/>
        </a:p>
      </dsp:txBody>
      <dsp:txXfrm>
        <a:off x="6010275" y="2242079"/>
        <a:ext cx="1972131" cy="31765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AD1C37-1368-4025-BEEC-240678694978}">
      <dsp:nvSpPr>
        <dsp:cNvPr id="0" name=""/>
        <dsp:cNvSpPr/>
      </dsp:nvSpPr>
      <dsp:spPr>
        <a:xfrm>
          <a:off x="2726562" y="2197822"/>
          <a:ext cx="3481662" cy="25265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IF WE USE IT WITH PYTHON WE CAN MAKE PYTHON MORE RELIABLE FOR STUDENTS TO SOLVE COMPLEX FOR MULAS</a:t>
          </a:r>
          <a:endParaRPr lang="en-US" sz="2700" kern="1200" dirty="0"/>
        </a:p>
      </dsp:txBody>
      <dsp:txXfrm>
        <a:off x="2726562" y="2197822"/>
        <a:ext cx="3481662" cy="25265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D20C2-D231-406C-8FE5-3B9C5CA1F2B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190-6163-4A36-8D52-8B4E21AA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76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D20C2-D231-406C-8FE5-3B9C5CA1F2B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190-6163-4A36-8D52-8B4E21AA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467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D20C2-D231-406C-8FE5-3B9C5CA1F2B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190-6163-4A36-8D52-8B4E21AA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20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D20C2-D231-406C-8FE5-3B9C5CA1F2B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190-6163-4A36-8D52-8B4E21AA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305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D20C2-D231-406C-8FE5-3B9C5CA1F2B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190-6163-4A36-8D52-8B4E21AA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197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D20C2-D231-406C-8FE5-3B9C5CA1F2B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190-6163-4A36-8D52-8B4E21AA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448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D20C2-D231-406C-8FE5-3B9C5CA1F2B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190-6163-4A36-8D52-8B4E21AA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80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D20C2-D231-406C-8FE5-3B9C5CA1F2B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190-6163-4A36-8D52-8B4E21AA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981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D20C2-D231-406C-8FE5-3B9C5CA1F2B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190-6163-4A36-8D52-8B4E21AA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438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D20C2-D231-406C-8FE5-3B9C5CA1F2B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190-6163-4A36-8D52-8B4E21AA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960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D20C2-D231-406C-8FE5-3B9C5CA1F2B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190-6163-4A36-8D52-8B4E21AAA23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2983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D20C2-D231-406C-8FE5-3B9C5CA1F2B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190-6163-4A36-8D52-8B4E21AA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035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D20C2-D231-406C-8FE5-3B9C5CA1F2B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190-6163-4A36-8D52-8B4E21AAA23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3570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D20C2-D231-406C-8FE5-3B9C5CA1F2B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190-6163-4A36-8D52-8B4E21AA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6001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D20C2-D231-406C-8FE5-3B9C5CA1F2B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190-6163-4A36-8D52-8B4E21AA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0889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D20C2-D231-406C-8FE5-3B9C5CA1F2B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190-6163-4A36-8D52-8B4E21AA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70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0D20C2-D231-406C-8FE5-3B9C5CA1F2B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3E7B190-6163-4A36-8D52-8B4E21AA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99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gif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audio" Target="../media/media1.m4a"/><Relationship Id="rId7" Type="http://schemas.openxmlformats.org/officeDocument/2006/relationships/diagramQuickStyle" Target="../diagrams/quickStyle3.xml"/><Relationship Id="rId2" Type="http://schemas.microsoft.com/office/2007/relationships/media" Target="../media/media1.m4a"/><Relationship Id="rId1" Type="http://schemas.openxmlformats.org/officeDocument/2006/relationships/tags" Target="../tags/tag1.xml"/><Relationship Id="rId6" Type="http://schemas.openxmlformats.org/officeDocument/2006/relationships/diagramLayout" Target="../diagrams/layout3.xml"/><Relationship Id="rId11" Type="http://schemas.openxmlformats.org/officeDocument/2006/relationships/image" Target="../media/image6.png"/><Relationship Id="rId5" Type="http://schemas.openxmlformats.org/officeDocument/2006/relationships/diagramData" Target="../diagrams/data3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2.xml"/><Relationship Id="rId9" Type="http://schemas.microsoft.com/office/2007/relationships/diagramDrawing" Target="../diagrams/drawin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564621" y="1279377"/>
            <a:ext cx="7766936" cy="1264773"/>
          </a:xfrm>
        </p:spPr>
        <p:txBody>
          <a:bodyPr/>
          <a:lstStyle/>
          <a:p>
            <a:r>
              <a:rPr lang="en-US" dirty="0" smtClean="0"/>
              <a:t>PYTHON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464608" y="3450761"/>
            <a:ext cx="7766936" cy="1096899"/>
          </a:xfrm>
        </p:spPr>
        <p:txBody>
          <a:bodyPr/>
          <a:lstStyle/>
          <a:p>
            <a:r>
              <a:rPr lang="en-US" dirty="0"/>
              <a:t>SI</a:t>
            </a:r>
            <a:endParaRPr lang="en-US" dirty="0"/>
          </a:p>
        </p:txBody>
      </p:sp>
      <p:pic>
        <p:nvPicPr>
          <p:cNvPr id="4" name="Picture 3" descr="Python Logo - PNG and Vector - Logo Downloa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444" y="3089690"/>
            <a:ext cx="2197933" cy="244316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770166" y="2544150"/>
            <a:ext cx="21403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NEW </a:t>
            </a:r>
            <a:r>
              <a:rPr lang="en-US" dirty="0" smtClean="0"/>
              <a:t>VERON </a:t>
            </a:r>
            <a:r>
              <a:rPr lang="en-US" dirty="0"/>
              <a:t>PLANE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90507"/>
      </p:ext>
    </p:extLst>
  </p:cSld>
  <p:clrMapOvr>
    <a:masterClrMapping/>
  </p:clrMapOvr>
  <p:transition spd="med" advTm="4464">
    <p:pull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156" y="722489"/>
            <a:ext cx="8596668" cy="1320800"/>
          </a:xfrm>
        </p:spPr>
        <p:txBody>
          <a:bodyPr/>
          <a:lstStyle/>
          <a:p>
            <a:r>
              <a:rPr lang="en-US" dirty="0" smtClean="0"/>
              <a:t>USE OF ALL PROGRAMMING LANGUAGES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398" y="1840090"/>
            <a:ext cx="8596668" cy="4878606"/>
          </a:xfrm>
        </p:spPr>
        <p:txBody>
          <a:bodyPr/>
          <a:lstStyle/>
          <a:p>
            <a:r>
              <a:rPr lang="en-US" dirty="0" smtClean="0"/>
              <a:t>FIRST OF ALL WE USE JAVA (THE DIFFICUILT ONE)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 flipH="1">
            <a:off x="2324099" y="3362779"/>
            <a:ext cx="4629149" cy="16473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JAVA(BREAKING IT INTO MODULES)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762173"/>
      </p:ext>
    </p:extLst>
  </p:cSld>
  <p:clrMapOvr>
    <a:masterClrMapping/>
  </p:clrMapOvr>
  <p:transition spd="med" advTm="1792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      JAVA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6403285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JAVA Fundamentals | Part 1 | Installing the tools (JDK and IDEs ...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317" y="1106806"/>
            <a:ext cx="651403" cy="54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803785"/>
      </p:ext>
    </p:extLst>
  </p:cSld>
  <p:clrMapOvr>
    <a:masterClrMapping/>
  </p:clrMapOvr>
  <p:transition spd="slow" advTm="1717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BASIC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 SECOND WE WILL USE BASIC BECAUSE IT IS USED BY THE STUDENTS TO SOLVE SIMPLE PROBLEMS ON COMPUTER .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955215386"/>
              </p:ext>
            </p:extLst>
          </p:nvPr>
        </p:nvGraphicFramePr>
        <p:xfrm>
          <a:off x="1244600" y="127000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Iban Barrenetxea, ilustrador intemporal - blogartesvisuales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230" y="1321397"/>
            <a:ext cx="904875" cy="50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764198"/>
      </p:ext>
    </p:extLst>
  </p:cSld>
  <p:clrMapOvr>
    <a:masterClrMapping/>
  </p:clrMapOvr>
  <p:transition spd="slow" advTm="1469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        </a:t>
            </a:r>
            <a:r>
              <a:rPr lang="en-US" dirty="0" smtClean="0">
                <a:solidFill>
                  <a:srgbClr val="00B0F0"/>
                </a:solidFill>
              </a:rPr>
              <a:t>COBOL 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4034" y="2301413"/>
            <a:ext cx="8596668" cy="3880773"/>
          </a:xfrm>
        </p:spPr>
        <p:txBody>
          <a:bodyPr/>
          <a:lstStyle/>
          <a:p>
            <a:r>
              <a:rPr lang="en-US" dirty="0" smtClean="0"/>
              <a:t>IT IS THE LANGUAGE THAT IS USED FOR BUISNESS PURPOSES AND FOR BUISNESS APPLICATIONS TO MAKE BUISNESS MORE RELIABLE AND EASY TO TYPE BUISNESS DOCUMENTS .</a:t>
            </a:r>
            <a:endParaRPr lang="en-US" dirty="0"/>
          </a:p>
        </p:txBody>
      </p:sp>
      <p:sp>
        <p:nvSpPr>
          <p:cNvPr id="4" name="Flowchart: Alternate Process 3"/>
          <p:cNvSpPr/>
          <p:nvPr/>
        </p:nvSpPr>
        <p:spPr>
          <a:xfrm>
            <a:off x="3248468" y="3683000"/>
            <a:ext cx="3987800" cy="2029751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BUISNESS ORIENTED LANGUAGE IF ADDED WITH PYTHON MAKES PYTHON USABLE FOR BUISNESS PURPOSE</a:t>
            </a:r>
          </a:p>
        </p:txBody>
      </p:sp>
      <p:pic>
        <p:nvPicPr>
          <p:cNvPr id="5" name="Picture 4" descr="COBOL Logo - LogoDix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115" y="1162744"/>
            <a:ext cx="1503591" cy="76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73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97">
        <p:split orient="vert"/>
      </p:transition>
    </mc:Choice>
    <mc:Fallback xmlns="">
      <p:transition spd="slow" advTm="597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   FORTRAN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HAS VERY POWERFUL MATHEMATICAL CAPABILITIES THE STUDENTS OF MATHEMATICS THAT ALSO KNOW COMP SCI USE IT .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248929881"/>
              </p:ext>
            </p:extLst>
          </p:nvPr>
        </p:nvGraphicFramePr>
        <p:xfrm>
          <a:off x="927100" y="825500"/>
          <a:ext cx="9017000" cy="5882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  <p:pic>
        <p:nvPicPr>
          <p:cNvPr id="8" name="Picture 7" descr="Fortran (FRTN) Stock Price, News &amp; Analysis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2605" y="1184275"/>
            <a:ext cx="746125" cy="7461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27853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72"/>
    </mc:Choice>
    <mc:Fallback xmlns="">
      <p:transition spd="slow" advTm="45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Graphic spid="4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   </a:t>
            </a:r>
            <a:r>
              <a:rPr lang="en-US" dirty="0" smtClean="0">
                <a:solidFill>
                  <a:srgbClr val="002060"/>
                </a:solidFill>
              </a:rPr>
              <a:t>PASCAL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 WE ALL KNOW PASCAL IS THE UNIT OF PRESSURE AND ALSO IT IS A PROGRAMMING LANGUAGE USED FOR SCIENTIFIC AND BUISNESS APPLICATIONS </a:t>
            </a:r>
            <a:endParaRPr lang="en-US" dirty="0"/>
          </a:p>
        </p:txBody>
      </p:sp>
      <p:sp>
        <p:nvSpPr>
          <p:cNvPr id="7" name="Teardrop 6"/>
          <p:cNvSpPr/>
          <p:nvPr/>
        </p:nvSpPr>
        <p:spPr>
          <a:xfrm>
            <a:off x="3886200" y="3009900"/>
            <a:ext cx="3187700" cy="2641600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 WE USE PASCAL WITH PYTHON ITS VERY USEFUL FOR DEVELOPING SOFTWARE IN SCINTIFIC APPLICATIONS AND BUISNESS APPLICATIONS</a:t>
            </a:r>
            <a:endParaRPr lang="en-US" dirty="0"/>
          </a:p>
        </p:txBody>
      </p:sp>
      <p:pic>
        <p:nvPicPr>
          <p:cNvPr id="4" name="Picture 3" descr="Pascal Logo - LogoDix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225" y="1255315"/>
            <a:ext cx="1285875" cy="67508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30554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20"/>
    </mc:Choice>
    <mc:Fallback xmlns="">
      <p:transition spd="slow" advTm="50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B AND 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387" y="2977227"/>
            <a:ext cx="8596668" cy="3880773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.AS </a:t>
            </a:r>
            <a:r>
              <a:rPr lang="en-US" dirty="0" smtClean="0"/>
              <a:t>WE KNOW THAT B LANGUAGE DONOT HAVE TYPING DESIGN IT </a:t>
            </a:r>
            <a:r>
              <a:rPr lang="en-US" dirty="0" smtClean="0"/>
              <a:t>ONLY HAVE </a:t>
            </a:r>
            <a:r>
              <a:rPr lang="en-US" dirty="0" smtClean="0"/>
              <a:t>DIRECT MEMORY WE USE IT AS CONCEPT TO DESIGN ANOTHER VERSION OF </a:t>
            </a:r>
            <a:r>
              <a:rPr lang="en-US" dirty="0" smtClean="0"/>
              <a:t>PYTHON.                                                                                                                                                  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.BY </a:t>
            </a:r>
            <a:r>
              <a:rPr lang="en-US" dirty="0" smtClean="0"/>
              <a:t>USING B PYTHON WILL BECOME MORE RELIABLE AND BY USING C++ WE CAN SOLVE THE PROBLEM OF SPEED </a:t>
            </a:r>
            <a:r>
              <a:rPr lang="en-US" dirty="0" smtClean="0"/>
              <a:t>.                                                                                                 </a:t>
            </a:r>
            <a:r>
              <a:rPr lang="en-US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.</a:t>
            </a:r>
            <a:r>
              <a:rPr lang="en-US" dirty="0" smtClean="0"/>
              <a:t>JAVA </a:t>
            </a:r>
            <a:r>
              <a:rPr lang="en-US" dirty="0" smtClean="0"/>
              <a:t>MODULES AND PYTHON AND ADDING ALL THE </a:t>
            </a:r>
            <a:r>
              <a:rPr lang="en-US" dirty="0" smtClean="0"/>
              <a:t>PRO  GRAMMING </a:t>
            </a:r>
            <a:r>
              <a:rPr lang="en-US" dirty="0" smtClean="0"/>
              <a:t>LANGUAGES IT IS </a:t>
            </a:r>
            <a:r>
              <a:rPr lang="en-US" dirty="0" smtClean="0"/>
              <a:t>GOOD</a:t>
            </a:r>
            <a:r>
              <a:rPr lang="en-US" dirty="0" smtClean="0"/>
              <a:t>.                                                                                                       </a:t>
            </a:r>
            <a:r>
              <a:rPr lang="en-US" dirty="0" smtClean="0">
                <a:solidFill>
                  <a:srgbClr val="FF0000"/>
                </a:solidFill>
              </a:rPr>
              <a:t>4</a:t>
            </a:r>
            <a:r>
              <a:rPr lang="en-US" dirty="0" smtClean="0"/>
              <a:t>.WE </a:t>
            </a:r>
            <a:r>
              <a:rPr lang="en-US" dirty="0"/>
              <a:t>ALSO KNOW THAT C LANGUAGE IS FLEXIBLE AND 2</a:t>
            </a:r>
            <a:r>
              <a:rPr lang="en-US" baseline="30000" dirty="0"/>
              <a:t>ND</a:t>
            </a:r>
            <a:r>
              <a:rPr lang="en-US" dirty="0"/>
              <a:t> EARLIER LANGUAGE SO BY USING BOTH WITH 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Picture 3" descr="1946 South Carolina Gamecocks football team - Wikipedi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348" y="857250"/>
            <a:ext cx="232063" cy="255269"/>
          </a:xfrm>
          <a:prstGeom prst="rect">
            <a:avLst/>
          </a:prstGeom>
        </p:spPr>
      </p:pic>
      <p:pic>
        <p:nvPicPr>
          <p:cNvPr id="5" name="Picture 4" descr="Multicolor Buffalo Sabres 'B' Logo Chain Necklace by Dean Rogers ..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814387" y="743652"/>
            <a:ext cx="526348" cy="52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075710"/>
      </p:ext>
    </p:extLst>
  </p:cSld>
  <p:clrMapOvr>
    <a:masterClrMapping/>
  </p:clrMapOvr>
  <p:transition spd="slow" advTm="764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09563"/>
            <a:ext cx="8596668" cy="1320800"/>
          </a:xfrm>
        </p:spPr>
        <p:txBody>
          <a:bodyPr/>
          <a:lstStyle/>
          <a:p>
            <a:r>
              <a:rPr lang="en-US" dirty="0" smtClean="0"/>
              <a:t>              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14451"/>
            <a:ext cx="8596668" cy="554355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.NOW MY FINAL PLANE IS THAT IF WE USE ALL TYPES OF PROGRAMMING LANGUAGES TO BUILT ANOTHER VERSION OF PYTHON.                                    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.IT WILL BE NOT ONLY EASY BUT ALSO IS GOING TO BE USEFUL IN BUILDING ALL TYPES OF APPLICATIONS.                                                                               </a:t>
            </a:r>
            <a:r>
              <a:rPr lang="en-US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.IT ALSO SAVES US FROM THE DIFFICUILTY OF USING OTHER PROGRAMMING LANGUAGES.                                                                                                 </a:t>
            </a:r>
            <a:r>
              <a:rPr lang="en-US" dirty="0" smtClean="0">
                <a:solidFill>
                  <a:srgbClr val="FF0000"/>
                </a:solidFill>
              </a:rPr>
              <a:t>4</a:t>
            </a:r>
            <a:r>
              <a:rPr lang="en-US" dirty="0" smtClean="0"/>
              <a:t>.BY UNDERSTANDING DIFFERENT ASPECTS AND IT PRODUCES MAJOR DIFFICUILTY.                                                                                                    </a:t>
            </a:r>
            <a:r>
              <a:rPr lang="en-US" dirty="0" smtClean="0">
                <a:solidFill>
                  <a:srgbClr val="FF0000"/>
                </a:solidFill>
              </a:rPr>
              <a:t>5</a:t>
            </a:r>
            <a:r>
              <a:rPr lang="en-US" dirty="0" smtClean="0"/>
              <a:t>.IF WE CREATE  THIS VERSION IT WILL BE TOO EASY FOR EVERYONE.                                                               </a:t>
            </a:r>
            <a:r>
              <a:rPr lang="en-US" dirty="0" smtClean="0">
                <a:solidFill>
                  <a:srgbClr val="FF0000"/>
                </a:solidFill>
              </a:rPr>
              <a:t>6</a:t>
            </a:r>
            <a:r>
              <a:rPr lang="en-US" dirty="0" smtClean="0"/>
              <a:t>.BY USING ONLY ONE LANGUAGE TO CREATE DIFFERENT APPLICATIONS AND ALSO SAVES A LOT OF TIME.                                                                                   </a:t>
            </a:r>
            <a:r>
              <a:rPr lang="en-US" dirty="0" smtClean="0">
                <a:solidFill>
                  <a:srgbClr val="FF0000"/>
                </a:solidFill>
              </a:rPr>
              <a:t>7</a:t>
            </a:r>
            <a:r>
              <a:rPr lang="en-US" dirty="0" smtClean="0"/>
              <a:t>.WE USE ALL MAJOR ASPECPTS OF THESE PROGRAMMING LANGUAGES.                                                     </a:t>
            </a:r>
            <a:r>
              <a:rPr lang="en-US" dirty="0" smtClean="0">
                <a:solidFill>
                  <a:srgbClr val="FF0000"/>
                </a:solidFill>
              </a:rPr>
              <a:t>8</a:t>
            </a:r>
            <a:r>
              <a:rPr lang="en-US" dirty="0" smtClean="0"/>
              <a:t>.BY USING C AND OLDEST ONE B AND C++ AND JAVA MODULES (DIVISION OF JAVA IN PARTS) .                                                                                                            </a:t>
            </a:r>
            <a:r>
              <a:rPr lang="en-US" dirty="0" smtClean="0">
                <a:solidFill>
                  <a:srgbClr val="FF0000"/>
                </a:solidFill>
              </a:rPr>
              <a:t>9</a:t>
            </a:r>
            <a:r>
              <a:rPr lang="en-US" dirty="0" smtClean="0"/>
              <a:t>.ALL OTHER LANGUAGES  AS I MENTIONED EARLIER IT WILL BE A GREAT BLESSING AND BEST FOR THE PROGRESS OF TECHNOLOGICAL WORLD</a:t>
            </a:r>
            <a:endParaRPr lang="en-US" dirty="0" smtClean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7146220" y="5553076"/>
            <a:ext cx="1321505" cy="866280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HF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3612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515">
        <p14:reveal/>
      </p:transition>
    </mc:Choice>
    <mc:Fallback xmlns="">
      <p:transition spd="slow" advTm="1051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"/>
</p:tagLst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154</TotalTime>
  <Words>504</Words>
  <Application>Microsoft Office PowerPoint</Application>
  <PresentationFormat>Widescreen</PresentationFormat>
  <Paragraphs>32</Paragraphs>
  <Slides>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PYTHON </vt:lpstr>
      <vt:lpstr>USE OF ALL PROGRAMMING LANGUAGES</vt:lpstr>
      <vt:lpstr>                           JAVA</vt:lpstr>
      <vt:lpstr>BASIC </vt:lpstr>
      <vt:lpstr>                             COBOL  </vt:lpstr>
      <vt:lpstr>                        FORTRAN</vt:lpstr>
      <vt:lpstr>                        PASCAL</vt:lpstr>
      <vt:lpstr>     B AND C</vt:lpstr>
      <vt:lpstr>          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user</dc:creator>
  <cp:lastModifiedBy>user</cp:lastModifiedBy>
  <cp:revision>19</cp:revision>
  <dcterms:created xsi:type="dcterms:W3CDTF">2026-10-08T06:06:35Z</dcterms:created>
  <dcterms:modified xsi:type="dcterms:W3CDTF">2026-10-08T11:20:12Z</dcterms:modified>
</cp:coreProperties>
</file>